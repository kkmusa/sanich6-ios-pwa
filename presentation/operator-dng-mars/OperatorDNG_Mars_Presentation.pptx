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76" r:id="rId28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7" r:id="rId2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4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Встроенный ролик: название раскрывается слева направо, камера приближается сквозь букву, открывая иллюстрацию промысла. 9 секунд, без звука. Запуск настроен автоматически; при необходимости нажмите на изображение. После окончания перейдите на следующий слайд обычным щелчком или стрелкой вправо. Ролик находится внутри PPTX, интернет и отдельный MP4 для показа не нужны. В Microsoft PowerPoint воспроизведение в этой среде не проверялось. Иллюстрация промысла создана 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Рабочие расчёты и материалы рядом с оператором. Согласованное вступление сохранено.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Цель — упростить доступ к расчётам и рабочим материалам на месте работы. Далее четыре согласованные задачи.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Согласованные четыре задачи сохраняются дословно. Дизайн заменён на четыре визуальные карточки с полными экранами приложения без кадрирования.</a:t>
            </a:r>
          </a:p>
          <a:p>
            <a:r>
              <a:t>1. Объединить рабочие инструменты — собрать расчёты, инструкции и справочные материалы в одном приложении.</a:t>
            </a:r>
          </a:p>
          <a:p>
            <a:r>
              <a:t>2. Упростить ежедневные расчёты и замеры — автоматизировать вычисления, отсчёт времени и сохранение результатов.</a:t>
            </a:r>
          </a:p>
          <a:p>
            <a:r>
              <a:t>3. Помочь соблюдать последовательность действий — предоставить инструкции и фотографии для конкретных моделей станций управления.</a:t>
            </a:r>
          </a:p>
          <a:p>
            <a:r>
              <a:t>4. Обеспечить быстрый доступ к информации на промысле — реализовать поиск, закладки и работу предварительно загруженных материалов без интернета.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приложение целиком. Четыре карточки — разные рабочие ситуации, а не весь перечень функций. На карточки можно нажать для открытия раздела. Для последовательного выступления достаточно листать дальше.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 настоящий экран PWA: 1000 литров за 60 минут, результат 24 м³/сут. Формула 1,44 × 1000 / 60 = 24. Результат находится внутри общего окна приложения. Отдельный старый слайд «144» удалён. По опыту автора бывают дни с 7–9 замерами, это не средняя нагрузка всех пользователей. Можно запустить секундомер и вернуться к текущему замеру; корректные результаты сохраняются автоматически.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То же окно меняет содержимое на длительный интервал. Скриншоты двух фрагментов одного состояния PWA: 18.10.2026 19:30 до 19.10.2026 07:30 — 12 часов, 1000 литров → 2 м³/сут. Даты примера иллюстративны. Внутри окна сохранены реальные элементы выбора и реальный результат приложения. Можно задавать разные даты, в том числе переход через полночь.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Реальная запись базы: ПЭД16-М,М1, ОАО «БЭНЗ», диаметр 103 мм, 16 кВт, ЭК 168 мм, стенка 12,1 мм; номинальный приток 50 м³/сут. Введённые токи 20 А и 16,2 А — демонстрационные, не паспортные значения этого двигателя. По исходной формуле Q=Qном×(Iраб/Iном)² получено 32,805 м³/сут; приложение отображает 32.8 м³/сут. Это иллюстрация вычисления, не рекомендация для реальной скважины.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разгона использован Эталон ЧР. Три первых шага из шести в исходном проекте: «Параметры ЧРП», «Прогр. изм F», «Частоты». Фото и названия взяты из operator-data.js и соответствующих исходных изображений. Значения, видимые на архивных фотографиях, не являются рекомендуемыми уставками. Рассказать, как приложение показывает дальнейшие шаги с параметрами по заданию; не применять неполный фрагмент как законченную инструкцию.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примера РИЧ использован Борец КАСКАД-НТ. Первые три шага из восьми: «Вход в меню», «Уставки», «Уставки I». Подписи и фотографии соответствуют именно этой модели. Далее приложение содержит остальные шаги. Не смешивать с инструкцией разгона Эталон. Архивные значения на фото не являются рекомендацией.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Главный акцент — карманный регламент. По сравнению с перелистыванием бумажного носителя приложение даёт поиск по слову, переходы по ссылкам и сохранённые закладки на устройстве. Подготовленные материалы доступны без сети. Имеется 207 страниц доступного документа, но число страниц не главный аргумент. Актуальность редакции и правила обращения с документом проверяются перед официальным внедрением. Наличие офлайн-копии не означает автоматическое обновление документа.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Показаны шесть реальных экранов инструментов: уровень, частота запуска, приток, потенциал, РПД и отпайка. Дополнительно перечислены коэффициент двигателя 2А, температура ТМС, СКО, УПР/АПВ. Это видимый каталог, а не утверждение о полноте нормативных материалов. Электронный уровень не демонстрируется.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Приложение — расчёты вместе со справочником и пояснениями. Вопросительный знак открывает описание расчёта, формулы, обозначения и замечания, перенесённые из Android. Показан настоящий экран этой функции. Человек видит, какие значения вводить и как понимать формулу; станционные инструкции дополнены фотографиями. Это помощь оператору и наставнику, не замена действующей инструкции.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Рабочие сценарии автора. 1) Слишком быстрый разгон может сопровождаться выносом количества взвешенных частиц и риском износа УЭЦН; приложение помогает сверить расчёт и порядок действий. Конкретную причинность, темп и ограничения подтверждают технологи. 2) Ошибка последовательности перевода в РИЧ может вызвать нежелательный режим или остановку; пошаговые материалы помогают снизить вероятность такой ошибки. Приложение не управляет станцией и не блокирует ошибочную команду. 3) При выводе на режим расчёт притока и проверка условий охлаждения ПЭД — рабочая задача оператора. Недостаток охлаждения связан с риском перегрева и отказа. Конкретную обязательность, периодичность и критерии устанавливает действующая технологическая документация. Нельзя обещать гарантированное предотвращение отказа или уже измеренную экономию.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Android — функциональный эталон формул и данных. Регламент ВНР отдельно от названных автором документов ПБ и ОТ в пяти томах. Название со слов автора: «Инструкции по промышленной безопасности и охране труда для работников структурных подразделений ООО „РН-Юганскнефтегаз“». Полноту интеграции всех томов и актуальность редакций не утверждать. Предоставленные учебные материалы RosPump и «Качество данных» использованы как контекст, интеграции с этими системами нет.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Три календарных месяца по данным автора. Прямые денежные расходы минимальны по его оценке. Основной вклад — время. Не называть труд бесплатным и не превращать календарный срок в человеко-месяцы. Проверка, внедрение и сопровождение имеют отдельные затраты.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Около 250 — потенциальная аудитория по оценке автора, не действующие пользователи. 250 человеческих силуэтов, каждый обозначает одного человека. Иконки не показывают распределение должностей, полов или статусов внедрения.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Пользу предлагается измерять в сопоставимых заданиях: время выполнения, корректность расчёта и последовательности, доступность материалов без сети. Снижение риска ошибок — ожидаемый эффект для проверки. Не заявлять уже предотвращённые ремонты или сохранённую добычу. Финансовые ставки и частота событий пока не подтверждены.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Пилот — отдельное предложение руководству, не пятая задача проекта. Начать с проверки формул, материалов и редакций ответственными специалистами. Определить группу, задания и показатели. Затем принять решение по измеренным результатам.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Закончить конкретным предложением: согласовать профильную проверку и ограниченный пилот. Дать аудитории время на вопросы. Не представлять приложение как уже утверждённое корпоративное решение.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Якупов Муса Ильдарович. Оператор добычи нефти и газа. ООО «РН-Юганскнефтегаз», ЦДНГ-12. Портрет обработан ИИ по фотографиям автора.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Проверены примеры новой редакции: 1000 л за 60 минут → 24 м³/сут; 1000 л за 12 часов → 2 м³/сут; 50×(16,2/20)²=32,805, отображается 32.8 м³/сут. Численные функции PWA не менялись ради презентации. Реальный iPhone и воспроизведение в Microsoft PowerPoint здесь не проверены.</a:t>
            </a:r>
          </a:p>
          <a:p/>
          <a:p>
            <a:r>
              <a:t>Переход по щелчку. Изображения PWA реальные; внутри PowerPoint формы не считают. Воспроизведение Morph в Microsoft PowerPoint здесь не проверено.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Relationship Id="rId4" Type="http://schemas.microsoft.com/office/2007/relationships/media" Target="../media/media1.mp4"/><Relationship Id="rId5" Type="http://schemas.openxmlformats.org/officeDocument/2006/relationships/video" Target="../media/media1.mp4"/><Relationship Id="rId6" Type="http://schemas.openxmlformats.org/officeDocument/2006/relationships/image" Target="../media/image24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Relationship Id="rId7" Type="http://schemas.openxmlformats.org/officeDocument/2006/relationships/slide" Target="slide7.xml"/><Relationship Id="rId8" Type="http://schemas.openxmlformats.org/officeDocument/2006/relationships/slide" Target="slide9.xml"/><Relationship Id="rId9" Type="http://schemas.openxmlformats.org/officeDocument/2006/relationships/slide" Target="slide10.xml"/><Relationship Id="rId10" Type="http://schemas.openxmlformats.org/officeDocument/2006/relationships/slide" Target="slide1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Relationship Id="rId4" Type="http://schemas.openxmlformats.org/officeDocument/2006/relationships/slide" Target="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7.xml"/><Relationship Id="rId5" Type="http://schemas.openxmlformats.org/officeDocument/2006/relationships/slide" Target="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8.xml"/><Relationship Id="rId5" Type="http://schemas.openxmlformats.org/officeDocument/2006/relationships/slide" Target="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openxmlformats.org/officeDocument/2006/relationships/image" Target="../media/image12.jpg"/><Relationship Id="rId5" Type="http://schemas.openxmlformats.org/officeDocument/2006/relationships/notesSlide" Target="../notesSlides/notesSlide9.xml"/><Relationship Id="rId6" Type="http://schemas.openxmlformats.org/officeDocument/2006/relationships/slide" Target="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jpg"/><Relationship Id="rId5" Type="http://schemas.openxmlformats.org/officeDocument/2006/relationships/notesSlide" Target="../notesSlides/notesSlide10.xml"/><Relationship Id="rId6" Type="http://schemas.openxmlformats.org/officeDocument/2006/relationships/slide" Target="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Relationship Id="rId4" Type="http://schemas.openxmlformats.org/officeDocument/2006/relationships/slide" Target="slide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notesSlide" Target="../notesSlides/notesSlide12.xml"/><Relationship Id="rId9" Type="http://schemas.openxmlformats.org/officeDocument/2006/relationships/slide" Target="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13.xml"/><Relationship Id="rId4" Type="http://schemas.openxmlformats.org/officeDocument/2006/relationships/slide" Target="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OperatorDNG_Mars_Opening_Embedded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0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307772774" y="-363283500"/>
            <a:ext cx="1341120000" cy="75438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8191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1381125"/>
            <a:ext cx="8096249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4500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714625"/>
            <a:ext cx="6286500" cy="20954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Рабочие инструменты.</a:t>
            </a:r>
          </a:p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Всегда рядом.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oilfield_illustration.png"/>
          <p:cNvPicPr>
            <a:picLocks noChangeAspect="1"/>
          </p:cNvPicPr>
          <p:nvPr/>
        </p:nvPicPr>
        <p:blipFill>
          <a:blip r:embed="rId2"/>
          <a:srcRect l="37099"/>
          <a:stretch>
            <a:fillRect/>
          </a:stretch>
        </p:blipFill>
        <p:spPr>
          <a:xfrm>
            <a:off x="6191250" y="952500"/>
            <a:ext cx="5429250" cy="4857750"/>
          </a:xfrm>
          <a:prstGeom prst="rect">
            <a:avLst/>
          </a:prstGeom>
        </p:spPr>
      </p:pic>
      <p:sp>
        <p:nvSpPr>
          <p:cNvPr id="3" name="!!WordAperture"/>
          <p:cNvSpPr/>
          <p:nvPr/>
        </p:nvSpPr>
        <p:spPr>
          <a:xfrm>
            <a:off x="-307772774" y="-363283500"/>
            <a:ext cx="1341120000" cy="754380000"/>
          </a:xfrm>
          <a:solidFill>
            <a:srgbClr val="000000"/>
          </a:solidFill>
          <a:ln w="6985">
            <a:solidFill>
              <a:srgbClr val="8C7950"/>
            </a:solidFill>
          </a:ln>
          <a:custGeom>
            <a:avLst/>
            <a:gdLst/>
            <a:ahLst/>
            <a:cxnLst/>
            <a:rect l="0" t="0" r="w" b="h"/>
            <a:pathLst>
              <a:path w="128000" h="72000" fill="norm" stroke="false">
                <a:moveTo>
                  <a:pt x="0" y="0"/>
                </a:moveTo>
                <a:lnTo>
                  <a:pt x="128000" y="0"/>
                </a:lnTo>
                <a:lnTo>
                  <a:pt x="128000" y="72000"/>
                </a:lnTo>
                <a:lnTo>
                  <a:pt x="0" y="72000"/>
                </a:lnTo>
                <a:close/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  <a:path w="128000" h="72000" fill="none" stroke="true">
                <a:moveTo>
                  <a:pt x="17120" y="33368"/>
                </a:moveTo>
                <a:cubicBezTo>
                  <a:pt x="17120" y="34565"/>
                  <a:pt x="16914" y="35618"/>
                  <a:pt x="16501" y="36526"/>
                </a:cubicBezTo>
                <a:cubicBezTo>
                  <a:pt x="16089" y="37435"/>
                  <a:pt x="15498" y="38130"/>
                  <a:pt x="14730" y="38611"/>
                </a:cubicBezTo>
                <a:cubicBezTo>
                  <a:pt x="13962" y="39093"/>
                  <a:pt x="13066" y="39334"/>
                  <a:pt x="12042" y="39334"/>
                </a:cubicBezTo>
                <a:cubicBezTo>
                  <a:pt x="10468" y="39334"/>
                  <a:pt x="9234" y="38802"/>
                  <a:pt x="8341" y="37738"/>
                </a:cubicBezTo>
                <a:cubicBezTo>
                  <a:pt x="7447" y="36674"/>
                  <a:pt x="7000" y="35218"/>
                  <a:pt x="7000" y="33368"/>
                </a:cubicBezTo>
                <a:cubicBezTo>
                  <a:pt x="7000" y="31523"/>
                  <a:pt x="7446" y="30084"/>
                  <a:pt x="8337" y="29051"/>
                </a:cubicBezTo>
                <a:cubicBezTo>
                  <a:pt x="9228" y="28017"/>
                  <a:pt x="10468" y="27500"/>
                  <a:pt x="12056" y="27500"/>
                </a:cubicBezTo>
                <a:cubicBezTo>
                  <a:pt x="13645" y="27500"/>
                  <a:pt x="14886" y="28022"/>
                  <a:pt x="15779" y="29067"/>
                </a:cubicBezTo>
                <a:cubicBezTo>
                  <a:pt x="16673" y="30112"/>
                  <a:pt x="17120" y="31545"/>
                  <a:pt x="17120" y="33368"/>
                </a:cubicBezTo>
                <a:close/>
                <a:moveTo>
                  <a:pt x="14979" y="33368"/>
                </a:moveTo>
                <a:cubicBezTo>
                  <a:pt x="14979" y="32127"/>
                  <a:pt x="14723" y="31155"/>
                  <a:pt x="14211" y="30450"/>
                </a:cubicBezTo>
                <a:cubicBezTo>
                  <a:pt x="13699" y="29746"/>
                  <a:pt x="12981" y="29393"/>
                  <a:pt x="12056" y="29393"/>
                </a:cubicBezTo>
                <a:cubicBezTo>
                  <a:pt x="11118" y="29393"/>
                  <a:pt x="10392" y="29743"/>
                  <a:pt x="9880" y="30442"/>
                </a:cubicBezTo>
                <a:cubicBezTo>
                  <a:pt x="9368" y="31141"/>
                  <a:pt x="9112" y="32116"/>
                  <a:pt x="9112" y="33368"/>
                </a:cubicBezTo>
                <a:cubicBezTo>
                  <a:pt x="9112" y="34630"/>
                  <a:pt x="9374" y="35624"/>
                  <a:pt x="9898" y="36351"/>
                </a:cubicBezTo>
                <a:cubicBezTo>
                  <a:pt x="10422" y="37077"/>
                  <a:pt x="11137" y="37440"/>
                  <a:pt x="12042" y="37440"/>
                </a:cubicBezTo>
                <a:cubicBezTo>
                  <a:pt x="12981" y="37440"/>
                  <a:pt x="13705" y="37087"/>
                  <a:pt x="14215" y="36379"/>
                </a:cubicBezTo>
                <a:cubicBezTo>
                  <a:pt x="14724" y="35672"/>
                  <a:pt x="14979" y="34668"/>
                  <a:pt x="14979" y="33368"/>
                </a:cubicBezTo>
                <a:close/>
                <a:moveTo>
                  <a:pt x="25199" y="39170"/>
                </a:moveTo>
                <a:lnTo>
                  <a:pt x="27226" y="39170"/>
                </a:lnTo>
                <a:lnTo>
                  <a:pt x="27226" y="27671"/>
                </a:lnTo>
                <a:lnTo>
                  <a:pt x="18706" y="27671"/>
                </a:lnTo>
                <a:lnTo>
                  <a:pt x="18706" y="39170"/>
                </a:lnTo>
                <a:lnTo>
                  <a:pt x="20797" y="39170"/>
                </a:lnTo>
                <a:lnTo>
                  <a:pt x="20797" y="29663"/>
                </a:lnTo>
                <a:lnTo>
                  <a:pt x="25199" y="29663"/>
                </a:lnTo>
                <a:close/>
                <a:moveTo>
                  <a:pt x="29174" y="39170"/>
                </a:moveTo>
                <a:lnTo>
                  <a:pt x="29174" y="27671"/>
                </a:lnTo>
                <a:lnTo>
                  <a:pt x="37054" y="27671"/>
                </a:lnTo>
                <a:lnTo>
                  <a:pt x="37054" y="29532"/>
                </a:lnTo>
                <a:lnTo>
                  <a:pt x="31272" y="29532"/>
                </a:lnTo>
                <a:lnTo>
                  <a:pt x="31272" y="32421"/>
                </a:lnTo>
                <a:lnTo>
                  <a:pt x="36620" y="32421"/>
                </a:lnTo>
                <a:lnTo>
                  <a:pt x="36620" y="34282"/>
                </a:lnTo>
                <a:lnTo>
                  <a:pt x="31272" y="34282"/>
                </a:lnTo>
                <a:lnTo>
                  <a:pt x="31272" y="37310"/>
                </a:lnTo>
                <a:lnTo>
                  <a:pt x="37345" y="37310"/>
                </a:lnTo>
                <a:lnTo>
                  <a:pt x="37345" y="39170"/>
                </a:lnTo>
                <a:close/>
                <a:moveTo>
                  <a:pt x="47131" y="31311"/>
                </a:moveTo>
                <a:cubicBezTo>
                  <a:pt x="47131" y="32051"/>
                  <a:pt x="46984" y="32712"/>
                  <a:pt x="46690" y="33294"/>
                </a:cubicBezTo>
                <a:cubicBezTo>
                  <a:pt x="46396" y="33876"/>
                  <a:pt x="45975" y="34327"/>
                  <a:pt x="45428" y="34645"/>
                </a:cubicBezTo>
                <a:cubicBezTo>
                  <a:pt x="44880" y="34963"/>
                  <a:pt x="44230" y="35122"/>
                  <a:pt x="43476" y="35122"/>
                </a:cubicBezTo>
                <a:lnTo>
                  <a:pt x="40987" y="35122"/>
                </a:lnTo>
                <a:lnTo>
                  <a:pt x="40987" y="39170"/>
                </a:lnTo>
                <a:lnTo>
                  <a:pt x="38889" y="39170"/>
                </a:lnTo>
                <a:lnTo>
                  <a:pt x="38889" y="27671"/>
                </a:lnTo>
                <a:lnTo>
                  <a:pt x="43390" y="27671"/>
                </a:lnTo>
                <a:cubicBezTo>
                  <a:pt x="44590" y="27671"/>
                  <a:pt x="45513" y="27988"/>
                  <a:pt x="46160" y="28622"/>
                </a:cubicBezTo>
                <a:cubicBezTo>
                  <a:pt x="46808" y="29256"/>
                  <a:pt x="47131" y="30152"/>
                  <a:pt x="47131" y="31311"/>
                </a:cubicBezTo>
                <a:close/>
                <a:moveTo>
                  <a:pt x="45019" y="31352"/>
                </a:moveTo>
                <a:cubicBezTo>
                  <a:pt x="45019" y="30144"/>
                  <a:pt x="44398" y="29540"/>
                  <a:pt x="43156" y="29540"/>
                </a:cubicBezTo>
                <a:lnTo>
                  <a:pt x="40987" y="29540"/>
                </a:lnTo>
                <a:lnTo>
                  <a:pt x="40987" y="33270"/>
                </a:lnTo>
                <a:lnTo>
                  <a:pt x="43213" y="33270"/>
                </a:lnTo>
                <a:cubicBezTo>
                  <a:pt x="43791" y="33270"/>
                  <a:pt x="44237" y="33105"/>
                  <a:pt x="44550" y="32776"/>
                </a:cubicBezTo>
                <a:cubicBezTo>
                  <a:pt x="44863" y="32447"/>
                  <a:pt x="45019" y="31972"/>
                  <a:pt x="45019" y="31352"/>
                </a:cubicBezTo>
                <a:close/>
                <a:moveTo>
                  <a:pt x="55686" y="39170"/>
                </a:moveTo>
                <a:lnTo>
                  <a:pt x="54798" y="36232"/>
                </a:lnTo>
                <a:lnTo>
                  <a:pt x="50979" y="36232"/>
                </a:lnTo>
                <a:lnTo>
                  <a:pt x="50090" y="39170"/>
                </a:lnTo>
                <a:lnTo>
                  <a:pt x="47992" y="39170"/>
                </a:lnTo>
                <a:lnTo>
                  <a:pt x="51647" y="27671"/>
                </a:lnTo>
                <a:lnTo>
                  <a:pt x="54122" y="27671"/>
                </a:lnTo>
                <a:lnTo>
                  <a:pt x="57763" y="39170"/>
                </a:lnTo>
                <a:close/>
                <a:moveTo>
                  <a:pt x="52884" y="29442"/>
                </a:moveTo>
                <a:lnTo>
                  <a:pt x="52842" y="29622"/>
                </a:lnTo>
                <a:cubicBezTo>
                  <a:pt x="52794" y="29818"/>
                  <a:pt x="52737" y="30041"/>
                  <a:pt x="52671" y="30291"/>
                </a:cubicBezTo>
                <a:cubicBezTo>
                  <a:pt x="52605" y="30541"/>
                  <a:pt x="52197" y="31918"/>
                  <a:pt x="51448" y="34421"/>
                </a:cubicBezTo>
                <a:lnTo>
                  <a:pt x="54328" y="34421"/>
                </a:lnTo>
                <a:lnTo>
                  <a:pt x="53340" y="31115"/>
                </a:lnTo>
                <a:lnTo>
                  <a:pt x="53034" y="30005"/>
                </a:lnTo>
                <a:close/>
                <a:moveTo>
                  <a:pt x="63644" y="29532"/>
                </a:moveTo>
                <a:lnTo>
                  <a:pt x="63644" y="39170"/>
                </a:lnTo>
                <a:lnTo>
                  <a:pt x="61546" y="39170"/>
                </a:lnTo>
                <a:lnTo>
                  <a:pt x="61546" y="29532"/>
                </a:lnTo>
                <a:lnTo>
                  <a:pt x="58311" y="29532"/>
                </a:lnTo>
                <a:lnTo>
                  <a:pt x="58311" y="27671"/>
                </a:lnTo>
                <a:lnTo>
                  <a:pt x="66887" y="27671"/>
                </a:lnTo>
                <a:lnTo>
                  <a:pt x="66887" y="29532"/>
                </a:lnTo>
                <a:close/>
                <a:moveTo>
                  <a:pt x="77761" y="33368"/>
                </a:moveTo>
                <a:cubicBezTo>
                  <a:pt x="77761" y="34565"/>
                  <a:pt x="77555" y="35618"/>
                  <a:pt x="77142" y="36526"/>
                </a:cubicBezTo>
                <a:cubicBezTo>
                  <a:pt x="76730" y="37435"/>
                  <a:pt x="76140" y="38130"/>
                  <a:pt x="75372" y="38611"/>
                </a:cubicBezTo>
                <a:cubicBezTo>
                  <a:pt x="74603" y="39093"/>
                  <a:pt x="73707" y="39334"/>
                  <a:pt x="72683" y="39334"/>
                </a:cubicBezTo>
                <a:cubicBezTo>
                  <a:pt x="71109" y="39334"/>
                  <a:pt x="69875" y="38802"/>
                  <a:pt x="68982" y="37738"/>
                </a:cubicBezTo>
                <a:cubicBezTo>
                  <a:pt x="68088" y="36674"/>
                  <a:pt x="67641" y="35218"/>
                  <a:pt x="67641" y="33368"/>
                </a:cubicBezTo>
                <a:cubicBezTo>
                  <a:pt x="67641" y="31523"/>
                  <a:pt x="68087" y="30084"/>
                  <a:pt x="68978" y="29051"/>
                </a:cubicBezTo>
                <a:cubicBezTo>
                  <a:pt x="69869" y="28017"/>
                  <a:pt x="71109" y="27500"/>
                  <a:pt x="72698" y="27500"/>
                </a:cubicBezTo>
                <a:cubicBezTo>
                  <a:pt x="74286" y="27500"/>
                  <a:pt x="75527" y="28022"/>
                  <a:pt x="76421" y="29067"/>
                </a:cubicBezTo>
                <a:cubicBezTo>
                  <a:pt x="77314" y="30112"/>
                  <a:pt x="77761" y="31545"/>
                  <a:pt x="77761" y="33368"/>
                </a:cubicBezTo>
                <a:close/>
                <a:moveTo>
                  <a:pt x="75620" y="33368"/>
                </a:moveTo>
                <a:cubicBezTo>
                  <a:pt x="75620" y="32127"/>
                  <a:pt x="75364" y="31155"/>
                  <a:pt x="74852" y="30450"/>
                </a:cubicBezTo>
                <a:cubicBezTo>
                  <a:pt x="74340" y="29746"/>
                  <a:pt x="73622" y="29393"/>
                  <a:pt x="72698" y="29393"/>
                </a:cubicBezTo>
                <a:cubicBezTo>
                  <a:pt x="71759" y="29393"/>
                  <a:pt x="71033" y="29743"/>
                  <a:pt x="70521" y="30442"/>
                </a:cubicBezTo>
                <a:cubicBezTo>
                  <a:pt x="70009" y="31141"/>
                  <a:pt x="69753" y="32116"/>
                  <a:pt x="69753" y="33368"/>
                </a:cubicBezTo>
                <a:cubicBezTo>
                  <a:pt x="69753" y="34630"/>
                  <a:pt x="70015" y="35624"/>
                  <a:pt x="70539" y="36351"/>
                </a:cubicBezTo>
                <a:cubicBezTo>
                  <a:pt x="71063" y="37077"/>
                  <a:pt x="71778" y="37440"/>
                  <a:pt x="72683" y="37440"/>
                </a:cubicBezTo>
                <a:cubicBezTo>
                  <a:pt x="73622" y="37440"/>
                  <a:pt x="74346" y="37087"/>
                  <a:pt x="74856" y="36379"/>
                </a:cubicBezTo>
                <a:cubicBezTo>
                  <a:pt x="75366" y="35672"/>
                  <a:pt x="75620" y="34668"/>
                  <a:pt x="75620" y="33368"/>
                </a:cubicBezTo>
                <a:close/>
                <a:moveTo>
                  <a:pt x="87589" y="31311"/>
                </a:moveTo>
                <a:cubicBezTo>
                  <a:pt x="87589" y="32051"/>
                  <a:pt x="87442" y="32712"/>
                  <a:pt x="87148" y="33294"/>
                </a:cubicBezTo>
                <a:cubicBezTo>
                  <a:pt x="86855" y="33876"/>
                  <a:pt x="86434" y="34327"/>
                  <a:pt x="85886" y="34645"/>
                </a:cubicBezTo>
                <a:cubicBezTo>
                  <a:pt x="85339" y="34963"/>
                  <a:pt x="84688" y="35122"/>
                  <a:pt x="83934" y="35122"/>
                </a:cubicBezTo>
                <a:lnTo>
                  <a:pt x="81445" y="35122"/>
                </a:lnTo>
                <a:lnTo>
                  <a:pt x="81445" y="39170"/>
                </a:lnTo>
                <a:lnTo>
                  <a:pt x="79347" y="39170"/>
                </a:lnTo>
                <a:lnTo>
                  <a:pt x="79347" y="27671"/>
                </a:lnTo>
                <a:lnTo>
                  <a:pt x="83849" y="27671"/>
                </a:lnTo>
                <a:cubicBezTo>
                  <a:pt x="85048" y="27671"/>
                  <a:pt x="85971" y="27988"/>
                  <a:pt x="86619" y="28622"/>
                </a:cubicBezTo>
                <a:cubicBezTo>
                  <a:pt x="87266" y="29256"/>
                  <a:pt x="87589" y="30152"/>
                  <a:pt x="87589" y="31311"/>
                </a:cubicBezTo>
                <a:close/>
                <a:moveTo>
                  <a:pt x="85477" y="31352"/>
                </a:moveTo>
                <a:cubicBezTo>
                  <a:pt x="85477" y="30144"/>
                  <a:pt x="84856" y="29540"/>
                  <a:pt x="83614" y="29540"/>
                </a:cubicBezTo>
                <a:lnTo>
                  <a:pt x="81445" y="29540"/>
                </a:lnTo>
                <a:lnTo>
                  <a:pt x="81445" y="33270"/>
                </a:lnTo>
                <a:lnTo>
                  <a:pt x="83671" y="33270"/>
                </a:lnTo>
                <a:cubicBezTo>
                  <a:pt x="84249" y="33270"/>
                  <a:pt x="84695" y="33105"/>
                  <a:pt x="85008" y="32776"/>
                </a:cubicBezTo>
                <a:cubicBezTo>
                  <a:pt x="85321" y="32447"/>
                  <a:pt x="85477" y="31972"/>
                  <a:pt x="85477" y="31352"/>
                </a:cubicBezTo>
                <a:close/>
                <a:moveTo>
                  <a:pt x="100931" y="37179"/>
                </a:moveTo>
                <a:lnTo>
                  <a:pt x="100931" y="27671"/>
                </a:lnTo>
                <a:lnTo>
                  <a:pt x="95320" y="27671"/>
                </a:lnTo>
                <a:lnTo>
                  <a:pt x="94886" y="31303"/>
                </a:lnTo>
                <a:cubicBezTo>
                  <a:pt x="94748" y="32413"/>
                  <a:pt x="94547" y="33492"/>
                  <a:pt x="94281" y="34539"/>
                </a:cubicBezTo>
                <a:cubicBezTo>
                  <a:pt x="94016" y="35586"/>
                  <a:pt x="93713" y="36466"/>
                  <a:pt x="93371" y="37179"/>
                </a:cubicBezTo>
                <a:lnTo>
                  <a:pt x="92262" y="37179"/>
                </a:lnTo>
                <a:lnTo>
                  <a:pt x="92262" y="42500"/>
                </a:lnTo>
                <a:lnTo>
                  <a:pt x="94040" y="42500"/>
                </a:lnTo>
                <a:lnTo>
                  <a:pt x="94040" y="39170"/>
                </a:lnTo>
                <a:lnTo>
                  <a:pt x="100469" y="39170"/>
                </a:lnTo>
                <a:lnTo>
                  <a:pt x="100469" y="42500"/>
                </a:lnTo>
                <a:lnTo>
                  <a:pt x="102247" y="42500"/>
                </a:lnTo>
                <a:lnTo>
                  <a:pt x="102247" y="37179"/>
                </a:lnTo>
                <a:close/>
                <a:moveTo>
                  <a:pt x="98904" y="37179"/>
                </a:moveTo>
                <a:lnTo>
                  <a:pt x="95569" y="37179"/>
                </a:lnTo>
                <a:cubicBezTo>
                  <a:pt x="95815" y="36581"/>
                  <a:pt x="96051" y="35774"/>
                  <a:pt x="96276" y="34759"/>
                </a:cubicBezTo>
                <a:cubicBezTo>
                  <a:pt x="96501" y="33745"/>
                  <a:pt x="96683" y="32682"/>
                  <a:pt x="96820" y="31572"/>
                </a:cubicBezTo>
                <a:lnTo>
                  <a:pt x="97041" y="29663"/>
                </a:lnTo>
                <a:lnTo>
                  <a:pt x="98904" y="29663"/>
                </a:lnTo>
                <a:close/>
                <a:moveTo>
                  <a:pt x="109948" y="39170"/>
                </a:moveTo>
                <a:lnTo>
                  <a:pt x="109948" y="34241"/>
                </a:lnTo>
                <a:lnTo>
                  <a:pt x="105582" y="34241"/>
                </a:lnTo>
                <a:lnTo>
                  <a:pt x="105582" y="39170"/>
                </a:lnTo>
                <a:lnTo>
                  <a:pt x="103484" y="39170"/>
                </a:lnTo>
                <a:lnTo>
                  <a:pt x="103484" y="27671"/>
                </a:lnTo>
                <a:lnTo>
                  <a:pt x="105582" y="27671"/>
                </a:lnTo>
                <a:lnTo>
                  <a:pt x="105582" y="32250"/>
                </a:lnTo>
                <a:lnTo>
                  <a:pt x="109948" y="32250"/>
                </a:lnTo>
                <a:lnTo>
                  <a:pt x="109948" y="27671"/>
                </a:lnTo>
                <a:lnTo>
                  <a:pt x="112046" y="27671"/>
                </a:lnTo>
                <a:lnTo>
                  <a:pt x="112046" y="39170"/>
                </a:lnTo>
                <a:close/>
                <a:moveTo>
                  <a:pt x="121000" y="27671"/>
                </a:moveTo>
                <a:lnTo>
                  <a:pt x="114002" y="27671"/>
                </a:lnTo>
                <a:lnTo>
                  <a:pt x="114002" y="39162"/>
                </a:lnTo>
                <a:lnTo>
                  <a:pt x="116100" y="39162"/>
                </a:lnTo>
                <a:lnTo>
                  <a:pt x="116100" y="29532"/>
                </a:lnTo>
                <a:lnTo>
                  <a:pt x="121000" y="29532"/>
                </a:lnTo>
                <a:close/>
              </a:path>
            </a:pathLst>
          </a:cu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!!YellowRule"/>
          <p:cNvSpPr/>
          <p:nvPr/>
        </p:nvSpPr>
        <p:spPr>
          <a:xfrm>
            <a:off x="666750" y="590550"/>
            <a:ext cx="4857750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!!ProductTitle"/>
          <p:cNvSpPr txBox="1"/>
          <p:nvPr/>
        </p:nvSpPr>
        <p:spPr>
          <a:xfrm>
            <a:off x="666750" y="952500"/>
            <a:ext cx="5238750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600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6" name="!!ProductSubtitle"/>
          <p:cNvSpPr txBox="1"/>
          <p:nvPr/>
        </p:nvSpPr>
        <p:spPr>
          <a:xfrm>
            <a:off x="704850" y="2238375"/>
            <a:ext cx="4953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3900">
                <a:solidFill>
                  <a:srgbClr val="FFCD00"/>
                </a:solidFill>
                <a:latin typeface="Arial"/>
              </a:defRPr>
            </a:pPr>
            <a:r>
              <a:t>Цель проекта</a:t>
            </a:r>
          </a:p>
        </p:txBody>
      </p:sp>
      <p:sp>
        <p:nvSpPr>
          <p:cNvPr id="7" name="Goal"/>
          <p:cNvSpPr txBox="1"/>
          <p:nvPr/>
        </p:nvSpPr>
        <p:spPr>
          <a:xfrm>
            <a:off x="723900" y="3476625"/>
            <a:ext cx="48577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Упростить доступ оператора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к расчётам и рабочим</a:t>
            </a:r>
          </a:p>
          <a:p>
            <a:pPr>
              <a:spcAft>
                <a:spcPts val="1000"/>
              </a:spcAft>
              <a:defRPr b="1" sz="2175">
                <a:solidFill>
                  <a:srgbClr val="FFFFFF"/>
                </a:solidFill>
                <a:latin typeface="Arial"/>
              </a:defRPr>
            </a:pPr>
            <a:r>
              <a:t>материалам на месте работы.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43650"/>
            <a:ext cx="108585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0"/>
              </a:spcAft>
              <a:defRPr b="1" sz="105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8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AuthorPortrait" descr="author-portrait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AuthorName"/>
          <p:cNvSpPr txBox="1"/>
          <p:nvPr/>
        </p:nvSpPr>
        <p:spPr>
          <a:xfrm>
            <a:off x="723900" y="1695450"/>
            <a:ext cx="619125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Якупов Муса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Ильдарович</a:t>
            </a:r>
          </a:p>
        </p:txBody>
      </p:sp>
      <p:sp>
        <p:nvSpPr>
          <p:cNvPr id="4" name="AuthorAccent"/>
          <p:cNvSpPr/>
          <p:nvPr/>
        </p:nvSpPr>
        <p:spPr>
          <a:xfrm>
            <a:off x="762000" y="3409950"/>
            <a:ext cx="1047749" cy="4762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uthorRole"/>
          <p:cNvSpPr txBox="1"/>
          <p:nvPr/>
        </p:nvSpPr>
        <p:spPr>
          <a:xfrm>
            <a:off x="762000" y="3819524"/>
            <a:ext cx="5953125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Оператор добычи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625" b="0">
                <a:solidFill>
                  <a:srgbClr val="FFFFFF"/>
                </a:solidFill>
                <a:latin typeface="Arial"/>
              </a:defRPr>
            </a:pPr>
            <a:r>
              <a:t>нефти и газа</a:t>
            </a:r>
          </a:p>
        </p:txBody>
      </p:sp>
      <p:sp>
        <p:nvSpPr>
          <p:cNvPr id="6" name="AuthorOrganization"/>
          <p:cNvSpPr txBox="1"/>
          <p:nvPr/>
        </p:nvSpPr>
        <p:spPr>
          <a:xfrm>
            <a:off x="762000" y="5219700"/>
            <a:ext cx="5953125" cy="76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ООО «РН-Юганскнефтегаз»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CD00"/>
                </a:solidFill>
                <a:latin typeface="Arial"/>
              </a:defRPr>
            </a:pPr>
            <a:r>
              <a:t>ЦДНГ-12</a:t>
            </a:r>
          </a:p>
        </p:txBody>
      </p:sp>
      <p:sp>
        <p:nvSpPr>
          <p:cNvPr id="7" name="!!Rule"/>
          <p:cNvSpPr/>
          <p:nvPr/>
        </p:nvSpPr>
        <p:spPr>
          <a:xfrm>
            <a:off x="666750" y="590550"/>
            <a:ext cx="5143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АВТОР ПРОЕКТА</a:t>
            </a:r>
          </a:p>
        </p:txBody>
      </p:sp>
      <p:sp>
        <p:nvSpPr>
          <p:cNvPr id="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275" b="1">
                <a:solidFill>
                  <a:srgbClr val="FFFFFF"/>
                </a:solidFill>
                <a:latin typeface="Arial"/>
              </a:defRPr>
            </a:pPr>
            <a:r>
              <a:t>Задачи проекта</a:t>
            </a:r>
          </a:p>
        </p:txBody>
      </p:sp>
      <p:sp>
        <p:nvSpPr>
          <p:cNvPr id="3" name="!!TaskNumber0"/>
          <p:cNvSpPr txBox="1"/>
          <p:nvPr/>
        </p:nvSpPr>
        <p:spPr>
          <a:xfrm>
            <a:off x="72390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4" name="TaskRule0"/>
          <p:cNvSpPr/>
          <p:nvPr/>
        </p:nvSpPr>
        <p:spPr>
          <a:xfrm>
            <a:off x="161925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TaskTitle0"/>
          <p:cNvSpPr txBox="1"/>
          <p:nvPr/>
        </p:nvSpPr>
        <p:spPr>
          <a:xfrm>
            <a:off x="1866899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Объединить рабочие инструменты</a:t>
            </a:r>
          </a:p>
        </p:txBody>
      </p:sp>
      <p:sp>
        <p:nvSpPr>
          <p:cNvPr id="6" name="TaskDescription0"/>
          <p:cNvSpPr txBox="1"/>
          <p:nvPr/>
        </p:nvSpPr>
        <p:spPr>
          <a:xfrm>
            <a:off x="1866899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собрать расчёты, инструкции и справочные материалы в одном приложении.</a:t>
            </a:r>
          </a:p>
        </p:txBody>
      </p:sp>
      <p:sp>
        <p:nvSpPr>
          <p:cNvPr id="7" name="!!TaskNumber1"/>
          <p:cNvSpPr txBox="1"/>
          <p:nvPr/>
        </p:nvSpPr>
        <p:spPr>
          <a:xfrm>
            <a:off x="6343650" y="2762250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8" name="TaskRule1"/>
          <p:cNvSpPr/>
          <p:nvPr/>
        </p:nvSpPr>
        <p:spPr>
          <a:xfrm>
            <a:off x="7239000" y="2800350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TaskTitle1"/>
          <p:cNvSpPr txBox="1"/>
          <p:nvPr/>
        </p:nvSpPr>
        <p:spPr>
          <a:xfrm>
            <a:off x="7486650" y="2762250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Упростить ежедневные расчёты и замеры</a:t>
            </a:r>
          </a:p>
        </p:txBody>
      </p:sp>
      <p:sp>
        <p:nvSpPr>
          <p:cNvPr id="10" name="TaskDescription1"/>
          <p:cNvSpPr txBox="1"/>
          <p:nvPr/>
        </p:nvSpPr>
        <p:spPr>
          <a:xfrm>
            <a:off x="7486650" y="3790949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автоматизировать вычисления, отсчёт времени и сохранение результатов.</a:t>
            </a:r>
          </a:p>
        </p:txBody>
      </p:sp>
      <p:sp>
        <p:nvSpPr>
          <p:cNvPr id="11" name="!!TaskNumber2"/>
          <p:cNvSpPr txBox="1"/>
          <p:nvPr/>
        </p:nvSpPr>
        <p:spPr>
          <a:xfrm>
            <a:off x="72390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2" name="TaskRule2"/>
          <p:cNvSpPr/>
          <p:nvPr/>
        </p:nvSpPr>
        <p:spPr>
          <a:xfrm>
            <a:off x="161925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TaskTitle2"/>
          <p:cNvSpPr txBox="1"/>
          <p:nvPr/>
        </p:nvSpPr>
        <p:spPr>
          <a:xfrm>
            <a:off x="1866899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Помочь соблюдать последовательность действий</a:t>
            </a:r>
          </a:p>
        </p:txBody>
      </p:sp>
      <p:sp>
        <p:nvSpPr>
          <p:cNvPr id="14" name="TaskDescription2"/>
          <p:cNvSpPr txBox="1"/>
          <p:nvPr/>
        </p:nvSpPr>
        <p:spPr>
          <a:xfrm>
            <a:off x="1866899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предоставить инструкции и фотографии для конкретных моделей станций управления.</a:t>
            </a:r>
          </a:p>
        </p:txBody>
      </p:sp>
      <p:sp>
        <p:nvSpPr>
          <p:cNvPr id="15" name="!!TaskNumber3"/>
          <p:cNvSpPr txBox="1"/>
          <p:nvPr/>
        </p:nvSpPr>
        <p:spPr>
          <a:xfrm>
            <a:off x="6343650" y="4505325"/>
            <a:ext cx="7620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CD00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askRule3"/>
          <p:cNvSpPr/>
          <p:nvPr/>
        </p:nvSpPr>
        <p:spPr>
          <a:xfrm>
            <a:off x="7239000" y="4543425"/>
            <a:ext cx="28575" cy="12477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TaskTitle3"/>
          <p:cNvSpPr txBox="1"/>
          <p:nvPr/>
        </p:nvSpPr>
        <p:spPr>
          <a:xfrm>
            <a:off x="7486650" y="4505325"/>
            <a:ext cx="4048124" cy="952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Обеспечить быстрый доступ к информации на промысле</a:t>
            </a:r>
          </a:p>
        </p:txBody>
      </p:sp>
      <p:sp>
        <p:nvSpPr>
          <p:cNvPr id="18" name="TaskDescription3"/>
          <p:cNvSpPr txBox="1"/>
          <p:nvPr/>
        </p:nvSpPr>
        <p:spPr>
          <a:xfrm>
            <a:off x="7486650" y="5534025"/>
            <a:ext cx="4048124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B7B7B7"/>
                </a:solidFill>
                <a:latin typeface="Arial"/>
              </a:defRPr>
            </a:pPr>
            <a:r>
              <a:t>реализовать поиск, закладки и работу предварительно загруженных материалов без интернета.</a:t>
            </a:r>
          </a:p>
        </p:txBody>
      </p:sp>
      <p:sp>
        <p:nvSpPr>
          <p:cNvPr id="19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ЗАДАЧИ</a:t>
            </a:r>
          </a:p>
        </p:txBody>
      </p:sp>
      <p:sp>
        <p:nvSpPr>
          <p:cNvPr id="21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2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Покажу на рабочих примерах.</a:t>
            </a:r>
          </a:p>
        </p:txBody>
      </p:sp>
      <p:sp>
        <p:nvSpPr>
          <p:cNvPr id="3" name="!!DemoWindow">
            <a:hlinkClick action="ppaction://hlinksldjump" r:id="rId7"/>
          </p:cNvPr>
          <p:cNvSpPr/>
          <p:nvPr/>
        </p:nvSpPr>
        <p:spPr>
          <a:xfrm>
            <a:off x="6667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HubLabel0">
            <a:hlinkClick action="ppaction://hlinksldjump" r:id="rId7"/>
          </p:cNvPr>
          <p:cNvSpPr txBox="1"/>
          <p:nvPr/>
        </p:nvSpPr>
        <p:spPr>
          <a:xfrm>
            <a:off x="8191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Ручной замер</a:t>
            </a:r>
          </a:p>
        </p:txBody>
      </p:sp>
      <p:pic>
        <p:nvPicPr>
          <p:cNvPr id="5" name="!!DemoContent" descr="manual-minutes.png">
            <a:hlinkClick action="ppaction://hlinksldjump" r:id="rId7"/>
          </p:cNvPr>
          <p:cNvPicPr>
            <a:picLocks noChangeAspect="1"/>
          </p:cNvPicPr>
          <p:nvPr/>
        </p:nvPicPr>
        <p:blipFill>
          <a:blip r:embed="rId2"/>
          <a:srcRect t="7000" b="31071"/>
          <a:stretch>
            <a:fillRect/>
          </a:stretch>
        </p:blipFill>
        <p:spPr>
          <a:xfrm>
            <a:off x="1028700" y="3381375"/>
            <a:ext cx="1847850" cy="2476500"/>
          </a:xfrm>
          <a:prstGeom prst="rect">
            <a:avLst/>
          </a:prstGeom>
        </p:spPr>
      </p:pic>
      <p:sp>
        <p:nvSpPr>
          <p:cNvPr id="6" name="HubCard1">
            <a:hlinkClick action="ppaction://hlinksldjump" r:id="rId8"/>
          </p:cNvPr>
          <p:cNvSpPr/>
          <p:nvPr/>
        </p:nvSpPr>
        <p:spPr>
          <a:xfrm>
            <a:off x="34290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HubLabel1">
            <a:hlinkClick action="ppaction://hlinksldjump" r:id="rId8"/>
          </p:cNvPr>
          <p:cNvSpPr txBox="1"/>
          <p:nvPr/>
        </p:nvSpPr>
        <p:spPr>
          <a:xfrm>
            <a:off x="35814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Охлаждение ПЭД</a:t>
            </a:r>
          </a:p>
        </p:txBody>
      </p:sp>
      <p:pic>
        <p:nvPicPr>
          <p:cNvPr id="8" name="HubImage1" descr="ped.png">
            <a:hlinkClick action="ppaction://hlinksldjump" r:id="rId8"/>
          </p:cNvPr>
          <p:cNvPicPr>
            <a:picLocks noChangeAspect="1"/>
          </p:cNvPicPr>
          <p:nvPr/>
        </p:nvPicPr>
        <p:blipFill>
          <a:blip r:embed="rId3"/>
          <a:srcRect t="7000" b="31071"/>
          <a:stretch>
            <a:fillRect/>
          </a:stretch>
        </p:blipFill>
        <p:spPr>
          <a:xfrm>
            <a:off x="3790949" y="3381375"/>
            <a:ext cx="1847850" cy="2476500"/>
          </a:xfrm>
          <a:prstGeom prst="rect">
            <a:avLst/>
          </a:prstGeom>
        </p:spPr>
      </p:pic>
      <p:sp>
        <p:nvSpPr>
          <p:cNvPr id="9" name="HubCard2">
            <a:hlinkClick action="ppaction://hlinksldjump" r:id="rId9"/>
          </p:cNvPr>
          <p:cNvSpPr/>
          <p:nvPr/>
        </p:nvSpPr>
        <p:spPr>
          <a:xfrm>
            <a:off x="619125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HubLabel2">
            <a:hlinkClick action="ppaction://hlinksldjump" r:id="rId9"/>
          </p:cNvPr>
          <p:cNvSpPr txBox="1"/>
          <p:nvPr/>
        </p:nvSpPr>
        <p:spPr>
          <a:xfrm>
            <a:off x="634365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Разгон и РИЧ</a:t>
            </a:r>
          </a:p>
        </p:txBody>
      </p:sp>
      <p:pic>
        <p:nvPicPr>
          <p:cNvPr id="11" name="HubImage2" descr="ramp.png">
            <a:hlinkClick action="ppaction://hlinksldjump" r:id="rId9"/>
          </p:cNvPr>
          <p:cNvPicPr>
            <a:picLocks noChangeAspect="1"/>
          </p:cNvPicPr>
          <p:nvPr/>
        </p:nvPicPr>
        <p:blipFill>
          <a:blip r:embed="rId4"/>
          <a:srcRect t="7000" b="31071"/>
          <a:stretch>
            <a:fillRect/>
          </a:stretch>
        </p:blipFill>
        <p:spPr>
          <a:xfrm>
            <a:off x="6553200" y="3381375"/>
            <a:ext cx="1847850" cy="2476500"/>
          </a:xfrm>
          <a:prstGeom prst="rect">
            <a:avLst/>
          </a:prstGeom>
        </p:spPr>
      </p:pic>
      <p:sp>
        <p:nvSpPr>
          <p:cNvPr id="12" name="HubCard3">
            <a:hlinkClick action="ppaction://hlinksldjump" r:id="rId10"/>
          </p:cNvPr>
          <p:cNvSpPr/>
          <p:nvPr/>
        </p:nvSpPr>
        <p:spPr>
          <a:xfrm>
            <a:off x="8953500" y="2428875"/>
            <a:ext cx="2571750" cy="36671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HubLabel3">
            <a:hlinkClick action="ppaction://hlinksldjump" r:id="rId10"/>
          </p:cNvPr>
          <p:cNvSpPr txBox="1"/>
          <p:nvPr/>
        </p:nvSpPr>
        <p:spPr>
          <a:xfrm>
            <a:off x="9105900" y="2619375"/>
            <a:ext cx="2266950" cy="571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1">
                <a:solidFill>
                  <a:srgbClr val="000000"/>
                </a:solidFill>
                <a:latin typeface="Arial"/>
              </a:defRPr>
            </a:pPr>
            <a:r>
              <a:t>Карманный ВНР</a:t>
            </a:r>
          </a:p>
        </p:txBody>
      </p:sp>
      <p:pic>
        <p:nvPicPr>
          <p:cNvPr id="14" name="HubImage3" descr="vnr.png">
            <a:hlinkClick action="ppaction://hlinksldjump" r:id="rId10"/>
          </p:cNvPr>
          <p:cNvPicPr>
            <a:picLocks noChangeAspect="1"/>
          </p:cNvPicPr>
          <p:nvPr/>
        </p:nvPicPr>
        <p:blipFill>
          <a:blip r:embed="rId5"/>
          <a:srcRect t="7000" b="31071"/>
          <a:stretch>
            <a:fillRect/>
          </a:stretch>
        </p:blipFill>
        <p:spPr>
          <a:xfrm>
            <a:off x="9315450" y="3381375"/>
            <a:ext cx="1847850" cy="2476500"/>
          </a:xfrm>
          <a:prstGeom prst="rect">
            <a:avLst/>
          </a:prstGeom>
        </p:spPr>
      </p:pic>
      <p:sp>
        <p:nvSpPr>
          <p:cNvPr id="15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ПРИМЕРЫ</a:t>
            </a:r>
          </a:p>
        </p:txBody>
      </p:sp>
      <p:sp>
        <p:nvSpPr>
          <p:cNvPr id="17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8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007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Замер без ручного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пересчёта.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007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Время в минутах.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Ввёл объём — получил дебит.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686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619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Старт или заданное время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1435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0768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Набежавший объём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600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5340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Автоматическое сохранение</a:t>
            </a:r>
          </a:p>
        </p:txBody>
      </p:sp>
      <p:sp>
        <p:nvSpPr>
          <p:cNvPr id="10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2" name="!!DemoVolume"/>
          <p:cNvSpPr txBox="1"/>
          <p:nvPr/>
        </p:nvSpPr>
        <p:spPr>
          <a:xfrm>
            <a:off x="7305675" y="2238375"/>
            <a:ext cx="1362075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1000 л</a:t>
            </a:r>
          </a:p>
        </p:txBody>
      </p:sp>
      <p:sp>
        <p:nvSpPr>
          <p:cNvPr id="13" name="!!DemoTime"/>
          <p:cNvSpPr txBox="1"/>
          <p:nvPr/>
        </p:nvSpPr>
        <p:spPr>
          <a:xfrm>
            <a:off x="7315200" y="3190875"/>
            <a:ext cx="1362075" cy="714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60 мин</a:t>
            </a:r>
          </a:p>
        </p:txBody>
      </p:sp>
      <p:sp>
        <p:nvSpPr>
          <p:cNvPr id="14" name="DemoResultLabel"/>
          <p:cNvSpPr txBox="1"/>
          <p:nvPr/>
        </p:nvSpPr>
        <p:spPr>
          <a:xfrm>
            <a:off x="7324724" y="4476750"/>
            <a:ext cx="1304925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Результат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000000"/>
                </a:solidFill>
                <a:latin typeface="Arial"/>
              </a:defRPr>
            </a:pPr>
            <a:r>
              <a:t>в приложении</a:t>
            </a:r>
          </a:p>
        </p:txBody>
      </p:sp>
      <p:pic>
        <p:nvPicPr>
          <p:cNvPr id="15" name="!!DemoContent" descr="manual-minutes.png"/>
          <p:cNvPicPr>
            <a:picLocks noChangeAspect="1"/>
          </p:cNvPicPr>
          <p:nvPr/>
        </p:nvPicPr>
        <p:blipFill>
          <a:blip r:embed="rId2"/>
          <a:srcRect t="7000" b="22112"/>
          <a:stretch>
            <a:fillRect/>
          </a:stretch>
        </p:blipFill>
        <p:spPr>
          <a:xfrm>
            <a:off x="8763000" y="1952624"/>
            <a:ext cx="2514600" cy="3857625"/>
          </a:xfrm>
          <a:prstGeom prst="rect">
            <a:avLst/>
          </a:prstGeom>
        </p:spPr>
      </p:pic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РУЧНОЙ ЗАМЕР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0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096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Длительный интервал.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450" b="1">
                <a:solidFill>
                  <a:srgbClr val="FFFFFF"/>
                </a:solidFill>
                <a:latin typeface="Arial"/>
              </a:defRPr>
            </a:pPr>
            <a:r>
              <a:t>Даже через полночь.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381375"/>
            <a:ext cx="6096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Указываем даты и время.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Продолжительность считает приложение.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9244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857750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Начало и конец в разные даты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5448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5381625"/>
            <a:ext cx="59055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История замеров на устройстве</a:t>
            </a:r>
          </a:p>
        </p:txBody>
      </p:sp>
      <p:sp>
        <p:nvSpPr>
          <p:cNvPr id="8" name="!!DemoWindow"/>
          <p:cNvSpPr/>
          <p:nvPr/>
        </p:nvSpPr>
        <p:spPr>
          <a:xfrm>
            <a:off x="7048500" y="1381125"/>
            <a:ext cx="4476750" cy="47625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!!DemoCaption"/>
          <p:cNvSpPr txBox="1"/>
          <p:nvPr/>
        </p:nvSpPr>
        <p:spPr>
          <a:xfrm>
            <a:off x="7286625" y="1524000"/>
            <a:ext cx="4000500" cy="3238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Оператор ДНГ · ручной замер</a:t>
            </a:r>
          </a:p>
        </p:txBody>
      </p:sp>
      <p:sp>
        <p:nvSpPr>
          <p:cNvPr id="10" name="!!IntervalStart"/>
          <p:cNvSpPr txBox="1"/>
          <p:nvPr/>
        </p:nvSpPr>
        <p:spPr>
          <a:xfrm>
            <a:off x="7305675" y="2095499"/>
            <a:ext cx="1257300" cy="1476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Начало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18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19:30</a:t>
            </a:r>
          </a:p>
        </p:txBody>
      </p:sp>
      <p:sp>
        <p:nvSpPr>
          <p:cNvPr id="11" name="!!IntervalEnd"/>
          <p:cNvSpPr txBox="1"/>
          <p:nvPr/>
        </p:nvSpPr>
        <p:spPr>
          <a:xfrm>
            <a:off x="7305675" y="3762374"/>
            <a:ext cx="12573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Конец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19 октября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07:30</a:t>
            </a:r>
          </a:p>
        </p:txBody>
      </p:sp>
      <p:pic>
        <p:nvPicPr>
          <p:cNvPr id="12" name="!!DemoContent" descr="interval-control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138696" y="1952624"/>
            <a:ext cx="1791781" cy="3400425"/>
          </a:xfrm>
          <a:prstGeom prst="rect">
            <a:avLst/>
          </a:prstGeom>
        </p:spPr>
      </p:pic>
      <p:pic>
        <p:nvPicPr>
          <p:cNvPr id="13" name="!!DemoResult" descr="interval-result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36171" y="5429250"/>
            <a:ext cx="2901407" cy="657225"/>
          </a:xfrm>
          <a:prstGeom prst="rect">
            <a:avLst/>
          </a:prstGeom>
        </p:spPr>
      </p:pic>
      <p:sp>
        <p:nvSpPr>
          <p:cNvPr id="14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ЗАМЕР ПО ИНТЕРВАЛУ</a:t>
            </a:r>
          </a:p>
        </p:txBody>
      </p:sp>
      <p:sp>
        <p:nvSpPr>
          <p:cNvPr id="16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7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18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5715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Необходимый приток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375" b="1">
                <a:solidFill>
                  <a:srgbClr val="FFFFFF"/>
                </a:solidFill>
                <a:latin typeface="Arial"/>
              </a:defRPr>
            </a:pPr>
            <a:r>
              <a:t>для охлаждения.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528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8612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Задаём диаметр, мощность,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колонну и толщину стенки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2195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152900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Выбираем доступный ПЭД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86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19675"/>
            <a:ext cx="54768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FFFF"/>
                </a:solidFill>
                <a:latin typeface="Arial"/>
              </a:defRPr>
            </a:pPr>
            <a:r>
              <a:t>Вводим токи — получаем приток</a:t>
            </a:r>
          </a:p>
        </p:txBody>
      </p:sp>
      <p:sp>
        <p:nvSpPr>
          <p:cNvPr id="9" name="ParameterFrame"/>
          <p:cNvSpPr/>
          <p:nvPr/>
        </p:nvSpPr>
        <p:spPr>
          <a:xfrm>
            <a:off x="6581775" y="1390650"/>
            <a:ext cx="233362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6715125" y="1533525"/>
            <a:ext cx="2076450" cy="514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01 · Параметры</a:t>
            </a:r>
          </a:p>
        </p:txBody>
      </p:sp>
      <p:pic>
        <p:nvPicPr>
          <p:cNvPr id="11" name="CoolingParameters" descr="ped-paramete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890321" y="2047875"/>
            <a:ext cx="1716531" cy="3714750"/>
          </a:xfrm>
          <a:prstGeom prst="rect">
            <a:avLst/>
          </a:prstGeom>
        </p:spPr>
      </p:pic>
      <p:sp>
        <p:nvSpPr>
          <p:cNvPr id="12" name="!!DemoWindow"/>
          <p:cNvSpPr/>
          <p:nvPr/>
        </p:nvSpPr>
        <p:spPr>
          <a:xfrm>
            <a:off x="9096375" y="1390650"/>
            <a:ext cx="2428875" cy="450532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DemoCaption"/>
          <p:cNvSpPr txBox="1"/>
          <p:nvPr/>
        </p:nvSpPr>
        <p:spPr>
          <a:xfrm>
            <a:off x="9239250" y="1533525"/>
            <a:ext cx="2143125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1">
                <a:solidFill>
                  <a:srgbClr val="000000"/>
                </a:solidFill>
                <a:latin typeface="Arial"/>
              </a:defRPr>
            </a:pPr>
            <a:r>
              <a:t>02 · Токи и результат</a:t>
            </a:r>
          </a:p>
        </p:txBody>
      </p:sp>
      <p:pic>
        <p:nvPicPr>
          <p:cNvPr id="14" name="!!DemoContent" descr="ped-examp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229725" y="2657054"/>
            <a:ext cx="2162175" cy="1696291"/>
          </a:xfrm>
          <a:prstGeom prst="rect">
            <a:avLst/>
          </a:prstGeom>
        </p:spPr>
      </p:pic>
      <p:sp>
        <p:nvSpPr>
          <p:cNvPr id="15" name="CoolingResult"/>
          <p:cNvSpPr txBox="1"/>
          <p:nvPr/>
        </p:nvSpPr>
        <p:spPr>
          <a:xfrm>
            <a:off x="9267825" y="5048250"/>
            <a:ext cx="2105025" cy="552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000000"/>
                </a:solidFill>
                <a:latin typeface="Arial"/>
              </a:defRPr>
            </a:pPr>
            <a:r>
              <a:t>32,8 м³/сут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781050" y="6048375"/>
            <a:ext cx="106680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B7B7B7"/>
                </a:solidFill>
                <a:latin typeface="Arial"/>
              </a:defRPr>
            </a:pPr>
            <a:r>
              <a:t>Учебный пример. Параметры и токи в работе — по данным конкретного оборудования.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ОХЛАЖДЕНИЕ ПЭД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21" name="!!BackToOverview">
            <a:hlinkClick action="ppaction://hlinksldjump" r:id="rId5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Разгон · Эталон ЧР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Параметры ЧРП</a:t>
            </a:r>
          </a:p>
        </p:txBody>
      </p:sp>
      <p:pic>
        <p:nvPicPr>
          <p:cNvPr id="7" name="!!StepPhoto0" descr="ramp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7250" y="4054760"/>
            <a:ext cx="3152775" cy="1101153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«Параметры ЧРП».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Прогр. изм F</a:t>
            </a:r>
          </a:p>
        </p:txBody>
      </p:sp>
      <p:pic>
        <p:nvPicPr>
          <p:cNvPr id="12" name="!!StepPhoto1" descr="ramp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72000" y="4045316"/>
            <a:ext cx="3152775" cy="1120042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Зайти в «Прогр. изм F».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Частоты</a:t>
            </a:r>
          </a:p>
        </p:txBody>
      </p:sp>
      <p:pic>
        <p:nvPicPr>
          <p:cNvPr id="17" name="!!StepPhoto2" descr="ramp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286750" y="4045324"/>
            <a:ext cx="3152775" cy="11200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Параметры — по технологическому заданию.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6.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РАЗГОН · ЭТАЛОН ЧР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75" b="1">
                <a:solidFill>
                  <a:srgbClr val="FFFFFF"/>
                </a:solidFill>
                <a:latin typeface="Arial"/>
              </a:defRPr>
            </a:pPr>
            <a:r>
              <a:t>РИЧ · Борец КАСКАД-НТ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42950" y="2381250"/>
            <a:ext cx="1066800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Инструкция в приложении: шаг → фотография → действие</a:t>
            </a:r>
          </a:p>
        </p:txBody>
      </p:sp>
      <p:sp>
        <p:nvSpPr>
          <p:cNvPr id="4" name="!!StepCard0"/>
          <p:cNvSpPr/>
          <p:nvPr/>
        </p:nvSpPr>
        <p:spPr>
          <a:xfrm>
            <a:off x="7429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!!StepNumber0"/>
          <p:cNvSpPr txBox="1"/>
          <p:nvPr/>
        </p:nvSpPr>
        <p:spPr>
          <a:xfrm>
            <a:off x="8763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6" name="!!StepHeading0"/>
          <p:cNvSpPr txBox="1"/>
          <p:nvPr/>
        </p:nvSpPr>
        <p:spPr>
          <a:xfrm>
            <a:off x="14478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Вход в меню</a:t>
            </a:r>
          </a:p>
        </p:txBody>
      </p:sp>
      <p:pic>
        <p:nvPicPr>
          <p:cNvPr id="7" name="!!StepPhoto0" descr="rich-1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55642" y="3952875"/>
            <a:ext cx="1955990" cy="1304925"/>
          </a:xfrm>
          <a:prstGeom prst="rect">
            <a:avLst/>
          </a:prstGeom>
        </p:spPr>
      </p:pic>
      <p:sp>
        <p:nvSpPr>
          <p:cNvPr id="8" name="!!StepAction0"/>
          <p:cNvSpPr txBox="1"/>
          <p:nvPr/>
        </p:nvSpPr>
        <p:spPr>
          <a:xfrm>
            <a:off x="78105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Нажать «Ввод / Enter».</a:t>
            </a:r>
          </a:p>
        </p:txBody>
      </p:sp>
      <p:sp>
        <p:nvSpPr>
          <p:cNvPr id="9" name="!!StepCard1"/>
          <p:cNvSpPr/>
          <p:nvPr/>
        </p:nvSpPr>
        <p:spPr>
          <a:xfrm>
            <a:off x="445770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!!StepNumber1"/>
          <p:cNvSpPr txBox="1"/>
          <p:nvPr/>
        </p:nvSpPr>
        <p:spPr>
          <a:xfrm>
            <a:off x="459105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!!StepHeading1"/>
          <p:cNvSpPr txBox="1"/>
          <p:nvPr/>
        </p:nvSpPr>
        <p:spPr>
          <a:xfrm>
            <a:off x="516255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</a:t>
            </a:r>
          </a:p>
        </p:txBody>
      </p:sp>
      <p:pic>
        <p:nvPicPr>
          <p:cNvPr id="12" name="!!StepPhoto1" descr="rich-2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159807" y="3952875"/>
            <a:ext cx="1977159" cy="1304925"/>
          </a:xfrm>
          <a:prstGeom prst="rect">
            <a:avLst/>
          </a:prstGeom>
        </p:spPr>
      </p:pic>
      <p:sp>
        <p:nvSpPr>
          <p:cNvPr id="13" name="!!StepAction1"/>
          <p:cNvSpPr txBox="1"/>
          <p:nvPr/>
        </p:nvSpPr>
        <p:spPr>
          <a:xfrm>
            <a:off x="4495800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«Уставки».</a:t>
            </a:r>
          </a:p>
        </p:txBody>
      </p:sp>
      <p:sp>
        <p:nvSpPr>
          <p:cNvPr id="14" name="!!StepCard2"/>
          <p:cNvSpPr/>
          <p:nvPr/>
        </p:nvSpPr>
        <p:spPr>
          <a:xfrm>
            <a:off x="8172450" y="3143250"/>
            <a:ext cx="3381375" cy="2238375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!!StepNumber2"/>
          <p:cNvSpPr txBox="1"/>
          <p:nvPr/>
        </p:nvSpPr>
        <p:spPr>
          <a:xfrm>
            <a:off x="8305800" y="3286125"/>
            <a:ext cx="4762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000000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6" name="!!StepHeading2"/>
          <p:cNvSpPr txBox="1"/>
          <p:nvPr/>
        </p:nvSpPr>
        <p:spPr>
          <a:xfrm>
            <a:off x="8877300" y="3314700"/>
            <a:ext cx="24955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1">
                <a:solidFill>
                  <a:srgbClr val="000000"/>
                </a:solidFill>
                <a:latin typeface="Arial"/>
              </a:defRPr>
            </a:pPr>
            <a:r>
              <a:t>Уставки I</a:t>
            </a:r>
          </a:p>
        </p:txBody>
      </p:sp>
      <p:pic>
        <p:nvPicPr>
          <p:cNvPr id="17" name="!!StepPhoto2" descr="rich-3.jp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8860450" y="3952875"/>
            <a:ext cx="2005373" cy="1304925"/>
          </a:xfrm>
          <a:prstGeom prst="rect">
            <a:avLst/>
          </a:prstGeom>
        </p:spPr>
      </p:pic>
      <p:sp>
        <p:nvSpPr>
          <p:cNvPr id="18" name="!!StepAction2"/>
          <p:cNvSpPr txBox="1"/>
          <p:nvPr/>
        </p:nvSpPr>
        <p:spPr>
          <a:xfrm>
            <a:off x="8210549" y="55911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Открыть «Уставки I».</a:t>
            </a:r>
          </a:p>
        </p:txBody>
      </p:sp>
      <p:sp>
        <p:nvSpPr>
          <p:cNvPr id="19" name="Text_18"/>
          <p:cNvSpPr txBox="1"/>
          <p:nvPr/>
        </p:nvSpPr>
        <p:spPr>
          <a:xfrm>
            <a:off x="762000" y="282892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FFCD00"/>
                </a:solidFill>
                <a:latin typeface="Arial"/>
              </a:defRPr>
            </a:pPr>
            <a:r>
              <a:t>Первые 3 шага из 8. Полная последовательность — в приложении.</a:t>
            </a:r>
          </a:p>
        </p:txBody>
      </p:sp>
      <p:sp>
        <p:nvSpPr>
          <p:cNvPr id="2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РИЧ · БОРЕЦ</a:t>
            </a:r>
          </a:p>
        </p:txBody>
      </p:sp>
      <p:sp>
        <p:nvSpPr>
          <p:cNvPr id="2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24" name="!!BackToOverview">
            <a:hlinkClick action="ppaction://hlinksldjump" r:id="rId6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95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Карманный регламент.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3000375"/>
            <a:ext cx="695325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Поиск по слову вместо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перелистывания бумажного носителя.</a:t>
            </a:r>
          </a:p>
        </p:txBody>
      </p:sp>
      <p:sp>
        <p:nvSpPr>
          <p:cNvPr id="4" name="Block_3"/>
          <p:cNvSpPr/>
          <p:nvPr/>
        </p:nvSpPr>
        <p:spPr>
          <a:xfrm>
            <a:off x="723900" y="4400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w0"/>
          <p:cNvSpPr txBox="1"/>
          <p:nvPr/>
        </p:nvSpPr>
        <p:spPr>
          <a:xfrm>
            <a:off x="933449" y="43338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Перейти по ссылке</a:t>
            </a:r>
          </a:p>
        </p:txBody>
      </p:sp>
      <p:sp>
        <p:nvSpPr>
          <p:cNvPr id="6" name="Block_5"/>
          <p:cNvSpPr/>
          <p:nvPr/>
        </p:nvSpPr>
        <p:spPr>
          <a:xfrm>
            <a:off x="723900" y="49530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w1"/>
          <p:cNvSpPr txBox="1"/>
          <p:nvPr/>
        </p:nvSpPr>
        <p:spPr>
          <a:xfrm>
            <a:off x="933449" y="488632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Сохранить закладку с подписью</a:t>
            </a:r>
          </a:p>
        </p:txBody>
      </p:sp>
      <p:sp>
        <p:nvSpPr>
          <p:cNvPr id="8" name="Block_7"/>
          <p:cNvSpPr/>
          <p:nvPr/>
        </p:nvSpPr>
        <p:spPr>
          <a:xfrm>
            <a:off x="723900" y="55054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w2"/>
          <p:cNvSpPr txBox="1"/>
          <p:nvPr/>
        </p:nvSpPr>
        <p:spPr>
          <a:xfrm>
            <a:off x="933449" y="5438775"/>
            <a:ext cx="6429375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Открыть офлайн после загрузки</a:t>
            </a:r>
          </a:p>
        </p:txBody>
      </p:sp>
      <p:sp>
        <p:nvSpPr>
          <p:cNvPr id="10" name="VnrFrame"/>
          <p:cNvSpPr/>
          <p:nvPr/>
        </p:nvSpPr>
        <p:spPr>
          <a:xfrm>
            <a:off x="8248650" y="1381125"/>
            <a:ext cx="3276600" cy="47434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1" name="VnrScreen" descr="vnr.png"/>
          <p:cNvPicPr>
            <a:picLocks noChangeAspect="1"/>
          </p:cNvPicPr>
          <p:nvPr/>
        </p:nvPicPr>
        <p:blipFill>
          <a:blip r:embed="rId2"/>
          <a:srcRect t="2000" b="22746"/>
          <a:stretch>
            <a:fillRect/>
          </a:stretch>
        </p:blipFill>
        <p:spPr>
          <a:xfrm>
            <a:off x="8553450" y="1571625"/>
            <a:ext cx="2667000" cy="4343400"/>
          </a:xfrm>
          <a:prstGeom prst="rect">
            <a:avLst/>
          </a:prstGeom>
        </p:spPr>
      </p:pic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КАРМАННЫЙ РЕГЛАМЕНТ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6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Больше рабочих инструментов.</a:t>
            </a:r>
          </a:p>
        </p:txBody>
      </p:sp>
      <p:sp>
        <p:nvSpPr>
          <p:cNvPr id="3" name="ToolCard0"/>
          <p:cNvSpPr/>
          <p:nvPr/>
        </p:nvSpPr>
        <p:spPr>
          <a:xfrm>
            <a:off x="6667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7152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Уровень жидкости</a:t>
            </a:r>
          </a:p>
        </p:txBody>
      </p:sp>
      <p:pic>
        <p:nvPicPr>
          <p:cNvPr id="5" name="ToolScreen0" descr="tool-level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32411" y="3238500"/>
            <a:ext cx="1135551" cy="2457450"/>
          </a:xfrm>
          <a:prstGeom prst="rect">
            <a:avLst/>
          </a:prstGeom>
        </p:spPr>
      </p:pic>
      <p:sp>
        <p:nvSpPr>
          <p:cNvPr id="6" name="ToolCard1"/>
          <p:cNvSpPr/>
          <p:nvPr/>
        </p:nvSpPr>
        <p:spPr>
          <a:xfrm>
            <a:off x="25050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_6"/>
          <p:cNvSpPr txBox="1"/>
          <p:nvPr/>
        </p:nvSpPr>
        <p:spPr>
          <a:xfrm>
            <a:off x="26098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Частота запуска</a:t>
            </a:r>
          </a:p>
        </p:txBody>
      </p:sp>
      <p:pic>
        <p:nvPicPr>
          <p:cNvPr id="8" name="ToolScreen1" descr="tool-frequency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70736" y="3238500"/>
            <a:ext cx="1135551" cy="2457450"/>
          </a:xfrm>
          <a:prstGeom prst="rect">
            <a:avLst/>
          </a:prstGeom>
        </p:spPr>
      </p:pic>
      <p:sp>
        <p:nvSpPr>
          <p:cNvPr id="9" name="ToolCard2"/>
          <p:cNvSpPr/>
          <p:nvPr/>
        </p:nvSpPr>
        <p:spPr>
          <a:xfrm>
            <a:off x="434340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4448175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Приток</a:t>
            </a:r>
          </a:p>
        </p:txBody>
      </p:sp>
      <p:pic>
        <p:nvPicPr>
          <p:cNvPr id="11" name="ToolScreen2" descr="tool-flow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609061" y="3238500"/>
            <a:ext cx="1135551" cy="2457450"/>
          </a:xfrm>
          <a:prstGeom prst="rect">
            <a:avLst/>
          </a:prstGeom>
        </p:spPr>
      </p:pic>
      <p:sp>
        <p:nvSpPr>
          <p:cNvPr id="12" name="ToolCard3"/>
          <p:cNvSpPr/>
          <p:nvPr/>
        </p:nvSpPr>
        <p:spPr>
          <a:xfrm>
            <a:off x="618172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_12"/>
          <p:cNvSpPr txBox="1"/>
          <p:nvPr/>
        </p:nvSpPr>
        <p:spPr>
          <a:xfrm>
            <a:off x="628650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Потенциал скважины</a:t>
            </a:r>
          </a:p>
        </p:txBody>
      </p:sp>
      <p:pic>
        <p:nvPicPr>
          <p:cNvPr id="14" name="ToolScreen3" descr="tool-wellPotential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6447386" y="3238500"/>
            <a:ext cx="1135551" cy="2457450"/>
          </a:xfrm>
          <a:prstGeom prst="rect">
            <a:avLst/>
          </a:prstGeom>
        </p:spPr>
      </p:pic>
      <p:sp>
        <p:nvSpPr>
          <p:cNvPr id="15" name="ToolCard4"/>
          <p:cNvSpPr/>
          <p:nvPr/>
        </p:nvSpPr>
        <p:spPr>
          <a:xfrm>
            <a:off x="8020050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_15"/>
          <p:cNvSpPr txBox="1"/>
          <p:nvPr/>
        </p:nvSpPr>
        <p:spPr>
          <a:xfrm>
            <a:off x="8124824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РПД</a:t>
            </a:r>
          </a:p>
        </p:txBody>
      </p:sp>
      <p:pic>
        <p:nvPicPr>
          <p:cNvPr id="17" name="ToolScreen4" descr="tool-rpd.png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285711" y="3238500"/>
            <a:ext cx="1135551" cy="2457450"/>
          </a:xfrm>
          <a:prstGeom prst="rect">
            <a:avLst/>
          </a:prstGeom>
        </p:spPr>
      </p:pic>
      <p:sp>
        <p:nvSpPr>
          <p:cNvPr id="18" name="ToolCard5"/>
          <p:cNvSpPr/>
          <p:nvPr/>
        </p:nvSpPr>
        <p:spPr>
          <a:xfrm>
            <a:off x="9858375" y="2476500"/>
            <a:ext cx="1666875" cy="333375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_18"/>
          <p:cNvSpPr txBox="1"/>
          <p:nvPr/>
        </p:nvSpPr>
        <p:spPr>
          <a:xfrm>
            <a:off x="9963150" y="2619375"/>
            <a:ext cx="1457325" cy="6000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1">
                <a:solidFill>
                  <a:srgbClr val="000000"/>
                </a:solidFill>
                <a:latin typeface="Arial"/>
              </a:defRPr>
            </a:pPr>
            <a:r>
              <a:t>Отпайка ТМПН</a:t>
            </a:r>
          </a:p>
        </p:txBody>
      </p:sp>
      <p:pic>
        <p:nvPicPr>
          <p:cNvPr id="20" name="ToolScreen5" descr="tool-tap.png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10124036" y="3238500"/>
            <a:ext cx="1135551" cy="2457450"/>
          </a:xfrm>
          <a:prstGeom prst="rect">
            <a:avLst/>
          </a:prstGeom>
        </p:spPr>
      </p:pic>
      <p:sp>
        <p:nvSpPr>
          <p:cNvPr id="21" name="Text_20"/>
          <p:cNvSpPr txBox="1"/>
          <p:nvPr/>
        </p:nvSpPr>
        <p:spPr>
          <a:xfrm>
            <a:off x="762000" y="60102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425" b="0">
                <a:solidFill>
                  <a:srgbClr val="FFCD00"/>
                </a:solidFill>
                <a:latin typeface="Arial"/>
              </a:defRPr>
            </a:pPr>
            <a:r>
              <a:t>Ещё: коэффициент 2А · температура ТМС · СКО · УПР / АПВ</a:t>
            </a:r>
          </a:p>
        </p:txBody>
      </p:sp>
      <p:sp>
        <p:nvSpPr>
          <p:cNvPr id="2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РАБОЧИЕ ИНСТРУМЕНТЫ</a:t>
            </a:r>
          </a:p>
        </p:txBody>
      </p:sp>
      <p:sp>
        <p:nvSpPr>
          <p:cNvPr id="2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26" name="!!BackToOverview">
            <a:hlinkClick action="ppaction://hlinksldjump" r:id="rId9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685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Не просто калькулятор.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525" b="1">
                <a:solidFill>
                  <a:srgbClr val="FFFFFF"/>
                </a:solidFill>
                <a:latin typeface="Arial"/>
              </a:defRPr>
            </a:pPr>
            <a:r>
              <a:t>Поясняет расчёт.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6385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57187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Как пользоваться формулой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43529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4286250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означают величины и единицы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50673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5000625"/>
            <a:ext cx="685800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Что проверить перед действием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2000" y="5857875"/>
            <a:ext cx="6858000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FFCD00"/>
                </a:solidFill>
                <a:latin typeface="Arial"/>
              </a:defRPr>
            </a:pPr>
            <a:r>
              <a:t>Кнопка «?» — пояснения, формулы и замечания</a:t>
            </a:r>
          </a:p>
        </p:txBody>
      </p:sp>
      <p:pic>
        <p:nvPicPr>
          <p:cNvPr id="10" name="HelpScreen" descr="help-formula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830555" y="1333500"/>
            <a:ext cx="2227089" cy="4819650"/>
          </a:xfrm>
          <a:prstGeom prst="rect">
            <a:avLst/>
          </a:prstGeom>
        </p:spPr>
      </p:pic>
      <p:sp>
        <p:nvSpPr>
          <p:cNvPr id="11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ПОЯСНЕНИЯ И ФОРМУЛЫ</a:t>
            </a:r>
          </a:p>
        </p:txBody>
      </p:sp>
      <p:sp>
        <p:nvSpPr>
          <p:cNvPr id="13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4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5" name="!!BackToOverview">
            <a:hlinkClick action="ppaction://hlinksldjump" r:id="rId4"/>
          </p:cNvPr>
          <p:cNvSpPr txBox="1"/>
          <p:nvPr/>
        </p:nvSpPr>
        <p:spPr>
          <a:xfrm>
            <a:off x="9620250" y="838200"/>
            <a:ext cx="1905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125" b="0">
                <a:solidFill>
                  <a:srgbClr val="FFCD00"/>
                </a:solidFill>
                <a:latin typeface="Arial"/>
              </a:defRPr>
            </a:pPr>
            <a:r>
              <a:t>← Все инструменты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Где помогает в работе.</a:t>
            </a:r>
          </a:p>
        </p:txBody>
      </p:sp>
      <p:sp>
        <p:nvSpPr>
          <p:cNvPr id="3" name="Block_2"/>
          <p:cNvSpPr/>
          <p:nvPr/>
        </p:nvSpPr>
        <p:spPr>
          <a:xfrm>
            <a:off x="7620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620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Разгон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Резкий набор частоты: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выноса КВЧ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износа УЭЦН.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7620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темпа и шаги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для своей станции.</a:t>
            </a:r>
          </a:p>
        </p:txBody>
      </p:sp>
      <p:sp>
        <p:nvSpPr>
          <p:cNvPr id="7" name="Block_6"/>
          <p:cNvSpPr/>
          <p:nvPr/>
        </p:nvSpPr>
        <p:spPr>
          <a:xfrm>
            <a:off x="447675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_7"/>
          <p:cNvSpPr txBox="1"/>
          <p:nvPr/>
        </p:nvSpPr>
        <p:spPr>
          <a:xfrm>
            <a:off x="447675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РИЧ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447675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Ошибка переключения: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нежелательный режим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лишний простой.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447675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Последовательность меню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и фотоподсказки.</a:t>
            </a:r>
          </a:p>
        </p:txBody>
      </p:sp>
      <p:sp>
        <p:nvSpPr>
          <p:cNvPr id="11" name="Block_10"/>
          <p:cNvSpPr/>
          <p:nvPr/>
        </p:nvSpPr>
        <p:spPr>
          <a:xfrm>
            <a:off x="8191500" y="2714625"/>
            <a:ext cx="333375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_11"/>
          <p:cNvSpPr txBox="1"/>
          <p:nvPr/>
        </p:nvSpPr>
        <p:spPr>
          <a:xfrm>
            <a:off x="8191500" y="303847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400" b="1">
                <a:solidFill>
                  <a:srgbClr val="FFCD00"/>
                </a:solidFill>
                <a:latin typeface="Arial"/>
              </a:defRPr>
            </a:pPr>
            <a:r>
              <a:t>Приток и охлаждение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8191500" y="3924300"/>
            <a:ext cx="3333750" cy="1238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Недостаток охлаждения: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риск перегрева ПЭД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875" b="0">
                <a:solidFill>
                  <a:srgbClr val="FFFFFF"/>
                </a:solidFill>
                <a:latin typeface="Arial"/>
              </a:defRPr>
            </a:pPr>
            <a:r>
              <a:t>и отказа УЭЦН.</a:t>
            </a:r>
          </a:p>
        </p:txBody>
      </p:sp>
      <p:sp>
        <p:nvSpPr>
          <p:cNvPr id="14" name="Text_13"/>
          <p:cNvSpPr txBox="1"/>
          <p:nvPr/>
        </p:nvSpPr>
        <p:spPr>
          <a:xfrm>
            <a:off x="8191500" y="5381625"/>
            <a:ext cx="333375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Расчёт притока и проверка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FFCD00"/>
                </a:solidFill>
                <a:latin typeface="Arial"/>
              </a:defRPr>
            </a:pPr>
            <a:r>
              <a:t>условий охлаждения.</a:t>
            </a:r>
          </a:p>
        </p:txBody>
      </p:sp>
      <p:sp>
        <p:nvSpPr>
          <p:cNvPr id="15" name="Text_14"/>
          <p:cNvSpPr txBox="1"/>
          <p:nvPr/>
        </p:nvSpPr>
        <p:spPr>
          <a:xfrm>
            <a:off x="762000" y="6076950"/>
            <a:ext cx="10668000" cy="2571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75" b="0">
                <a:solidFill>
                  <a:srgbClr val="B7B7B7"/>
                </a:solidFill>
                <a:latin typeface="Arial"/>
              </a:defRPr>
            </a:pPr>
            <a:r>
              <a:t>Рабочие сценарии автора. Ожидаемый эффект проверяем на пилоте.</a:t>
            </a:r>
          </a:p>
        </p:txBody>
      </p:sp>
      <p:sp>
        <p:nvSpPr>
          <p:cNvPr id="1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ПРАКТИЧЕСКАЯ ПОЛЬЗА</a:t>
            </a:r>
          </a:p>
        </p:txBody>
      </p:sp>
      <p:sp>
        <p:nvSpPr>
          <p:cNvPr id="1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00" b="1">
                <a:solidFill>
                  <a:srgbClr val="FFFFFF"/>
                </a:solidFill>
                <a:latin typeface="Arial"/>
              </a:defRPr>
            </a:pPr>
            <a:r>
              <a:t>На чём основан проект.</a:t>
            </a:r>
          </a:p>
        </p:txBody>
      </p:sp>
      <p:sp>
        <p:nvSpPr>
          <p:cNvPr id="3" name="Block_2"/>
          <p:cNvSpPr/>
          <p:nvPr/>
        </p:nvSpPr>
        <p:spPr>
          <a:xfrm>
            <a:off x="762000" y="3286125"/>
            <a:ext cx="323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_3"/>
          <p:cNvSpPr txBox="1"/>
          <p:nvPr/>
        </p:nvSpPr>
        <p:spPr>
          <a:xfrm>
            <a:off x="762000" y="3667125"/>
            <a:ext cx="32385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Формулы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4657725"/>
            <a:ext cx="32385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Android-эталон.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Расчёты, единицы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и проверенные примеры.</a:t>
            </a:r>
          </a:p>
        </p:txBody>
      </p:sp>
      <p:sp>
        <p:nvSpPr>
          <p:cNvPr id="6" name="Block_5"/>
          <p:cNvSpPr/>
          <p:nvPr/>
        </p:nvSpPr>
        <p:spPr>
          <a:xfrm>
            <a:off x="4476750" y="3286125"/>
            <a:ext cx="323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_6"/>
          <p:cNvSpPr txBox="1"/>
          <p:nvPr/>
        </p:nvSpPr>
        <p:spPr>
          <a:xfrm>
            <a:off x="4476750" y="3667125"/>
            <a:ext cx="32385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Документы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4476750" y="4657725"/>
            <a:ext cx="32385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Доступный регламент ВНР.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ПБ и ОТ — сверка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редакций и состава.</a:t>
            </a:r>
          </a:p>
        </p:txBody>
      </p:sp>
      <p:sp>
        <p:nvSpPr>
          <p:cNvPr id="9" name="Block_8"/>
          <p:cNvSpPr/>
          <p:nvPr/>
        </p:nvSpPr>
        <p:spPr>
          <a:xfrm>
            <a:off x="8191500" y="3286125"/>
            <a:ext cx="323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_9"/>
          <p:cNvSpPr txBox="1"/>
          <p:nvPr/>
        </p:nvSpPr>
        <p:spPr>
          <a:xfrm>
            <a:off x="8191500" y="3667125"/>
            <a:ext cx="323850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Практика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8191500" y="4657725"/>
            <a:ext cx="3238500" cy="1381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Рабочие ситуации автора.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Учебные материалы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1950" b="0">
                <a:solidFill>
                  <a:srgbClr val="FFFFFF"/>
                </a:solidFill>
                <a:latin typeface="Arial"/>
              </a:defRPr>
            </a:pPr>
            <a:r>
              <a:t>и обратная связь.</a:t>
            </a:r>
          </a:p>
        </p:txBody>
      </p:sp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ОСНОВА ПРОЕКТА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723900" y="1762125"/>
            <a:ext cx="10668000" cy="1571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0" b="1">
                <a:solidFill>
                  <a:srgbClr val="FFCD00"/>
                </a:solidFill>
                <a:latin typeface="Arial"/>
              </a:defRPr>
            </a:pPr>
            <a:r>
              <a:t>3 месяца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819150" y="3667125"/>
            <a:ext cx="10477500" cy="809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600" b="1">
                <a:solidFill>
                  <a:srgbClr val="FFFFFF"/>
                </a:solidFill>
                <a:latin typeface="Arial"/>
              </a:defRPr>
            </a:pPr>
            <a:r>
              <a:t>разработки программы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857250" y="4953000"/>
            <a:ext cx="10477500" cy="1000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Прямые денежные расходы, по оценке автора, минимальны.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Основной вклад — время.</a:t>
            </a:r>
          </a:p>
        </p:txBody>
      </p:sp>
      <p:sp>
        <p:nvSpPr>
          <p:cNvPr id="5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РАЗРАБОТКА</a:t>
            </a:r>
          </a:p>
        </p:txBody>
      </p:sp>
      <p:sp>
        <p:nvSpPr>
          <p:cNvPr id="7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8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723900" y="1762125"/>
            <a:ext cx="6191250" cy="1714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0875" b="1">
                <a:solidFill>
                  <a:srgbClr val="FFCD00"/>
                </a:solidFill>
                <a:latin typeface="Arial"/>
              </a:defRPr>
            </a:pPr>
            <a:r>
              <a:t>≈250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809625" y="3857625"/>
            <a:ext cx="6000750" cy="1190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потенциальных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3225" b="1">
                <a:solidFill>
                  <a:srgbClr val="FFFFFF"/>
                </a:solidFill>
                <a:latin typeface="Arial"/>
              </a:defRPr>
            </a:pPr>
            <a:r>
              <a:t>пользователей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838200" y="5505450"/>
            <a:ext cx="58102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725" b="0">
                <a:solidFill>
                  <a:srgbClr val="B7B7B7"/>
                </a:solidFill>
                <a:latin typeface="Arial"/>
              </a:defRPr>
            </a:pPr>
            <a:r>
              <a:t>По оценке автора · пилот перед масштабированием</a:t>
            </a:r>
          </a:p>
        </p:txBody>
      </p:sp>
      <p:grpSp>
        <p:nvGrpSpPr>
          <p:cNvPr id="5" name="Person0"/>
          <p:cNvGrpSpPr/>
          <p:nvPr/>
        </p:nvGrpSpPr>
        <p:grpSpPr>
          <a:xfrm>
            <a:off x="6783228" y="1809750"/>
            <a:ext cx="122872" cy="298989"/>
            <a:chOff x="6783228" y="1809750"/>
            <a:chExt cx="122872" cy="298989"/>
          </a:xfrm>
        </p:grpSpPr>
        <p:sp>
          <p:nvSpPr>
            <p:cNvPr id="6" name="Oval 5"/>
            <p:cNvSpPr/>
            <p:nvPr/>
          </p:nvSpPr>
          <p:spPr>
            <a:xfrm>
              <a:off x="681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678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679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Person1"/>
          <p:cNvGrpSpPr/>
          <p:nvPr/>
        </p:nvGrpSpPr>
        <p:grpSpPr>
          <a:xfrm>
            <a:off x="6973728" y="1809750"/>
            <a:ext cx="122872" cy="298989"/>
            <a:chOff x="6973728" y="1809750"/>
            <a:chExt cx="122872" cy="298989"/>
          </a:xfrm>
        </p:grpSpPr>
        <p:sp>
          <p:nvSpPr>
            <p:cNvPr id="11" name="Oval 10"/>
            <p:cNvSpPr/>
            <p:nvPr/>
          </p:nvSpPr>
          <p:spPr>
            <a:xfrm>
              <a:off x="7002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97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698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704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" name="Person2"/>
          <p:cNvGrpSpPr/>
          <p:nvPr/>
        </p:nvGrpSpPr>
        <p:grpSpPr>
          <a:xfrm>
            <a:off x="7164228" y="1809750"/>
            <a:ext cx="122872" cy="298989"/>
            <a:chOff x="7164228" y="1809750"/>
            <a:chExt cx="122872" cy="298989"/>
          </a:xfrm>
        </p:grpSpPr>
        <p:sp>
          <p:nvSpPr>
            <p:cNvPr id="16" name="Oval 15"/>
            <p:cNvSpPr/>
            <p:nvPr/>
          </p:nvSpPr>
          <p:spPr>
            <a:xfrm>
              <a:off x="719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716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7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23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" name="Person3"/>
          <p:cNvGrpSpPr/>
          <p:nvPr/>
        </p:nvGrpSpPr>
        <p:grpSpPr>
          <a:xfrm>
            <a:off x="7354728" y="1809750"/>
            <a:ext cx="122872" cy="298989"/>
            <a:chOff x="7354728" y="1809750"/>
            <a:chExt cx="122872" cy="298989"/>
          </a:xfrm>
        </p:grpSpPr>
        <p:sp>
          <p:nvSpPr>
            <p:cNvPr id="21" name="Oval 20"/>
            <p:cNvSpPr/>
            <p:nvPr/>
          </p:nvSpPr>
          <p:spPr>
            <a:xfrm>
              <a:off x="738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ounded Rectangle 21"/>
            <p:cNvSpPr/>
            <p:nvPr/>
          </p:nvSpPr>
          <p:spPr>
            <a:xfrm>
              <a:off x="735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736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Rectangle 23"/>
            <p:cNvSpPr/>
            <p:nvPr/>
          </p:nvSpPr>
          <p:spPr>
            <a:xfrm>
              <a:off x="742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" name="Person4"/>
          <p:cNvGrpSpPr/>
          <p:nvPr/>
        </p:nvGrpSpPr>
        <p:grpSpPr>
          <a:xfrm>
            <a:off x="7545228" y="1809750"/>
            <a:ext cx="122872" cy="298989"/>
            <a:chOff x="7545228" y="1809750"/>
            <a:chExt cx="122872" cy="298989"/>
          </a:xfrm>
        </p:grpSpPr>
        <p:sp>
          <p:nvSpPr>
            <p:cNvPr id="26" name="Oval 25"/>
            <p:cNvSpPr/>
            <p:nvPr/>
          </p:nvSpPr>
          <p:spPr>
            <a:xfrm>
              <a:off x="757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754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755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761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" name="Person5"/>
          <p:cNvGrpSpPr/>
          <p:nvPr/>
        </p:nvGrpSpPr>
        <p:grpSpPr>
          <a:xfrm>
            <a:off x="7735728" y="1809750"/>
            <a:ext cx="122872" cy="298989"/>
            <a:chOff x="7735728" y="1809750"/>
            <a:chExt cx="122872" cy="298989"/>
          </a:xfrm>
        </p:grpSpPr>
        <p:sp>
          <p:nvSpPr>
            <p:cNvPr id="31" name="Oval 30"/>
            <p:cNvSpPr/>
            <p:nvPr/>
          </p:nvSpPr>
          <p:spPr>
            <a:xfrm>
              <a:off x="77643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7735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ectangle 32"/>
            <p:cNvSpPr/>
            <p:nvPr/>
          </p:nvSpPr>
          <p:spPr>
            <a:xfrm>
              <a:off x="7743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809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Person6"/>
          <p:cNvGrpSpPr/>
          <p:nvPr/>
        </p:nvGrpSpPr>
        <p:grpSpPr>
          <a:xfrm>
            <a:off x="7926228" y="1809750"/>
            <a:ext cx="122872" cy="298989"/>
            <a:chOff x="7926228" y="1809750"/>
            <a:chExt cx="122872" cy="298989"/>
          </a:xfrm>
        </p:grpSpPr>
        <p:sp>
          <p:nvSpPr>
            <p:cNvPr id="36" name="Oval 35"/>
            <p:cNvSpPr/>
            <p:nvPr/>
          </p:nvSpPr>
          <p:spPr>
            <a:xfrm>
              <a:off x="7954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ounded Rectangle 36"/>
            <p:cNvSpPr/>
            <p:nvPr/>
          </p:nvSpPr>
          <p:spPr>
            <a:xfrm>
              <a:off x="7926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ectangle 37"/>
            <p:cNvSpPr/>
            <p:nvPr/>
          </p:nvSpPr>
          <p:spPr>
            <a:xfrm>
              <a:off x="7934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ectangle 38"/>
            <p:cNvSpPr/>
            <p:nvPr/>
          </p:nvSpPr>
          <p:spPr>
            <a:xfrm>
              <a:off x="7999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" name="Person7"/>
          <p:cNvGrpSpPr/>
          <p:nvPr/>
        </p:nvGrpSpPr>
        <p:grpSpPr>
          <a:xfrm>
            <a:off x="8116728" y="1809750"/>
            <a:ext cx="122872" cy="298989"/>
            <a:chOff x="8116728" y="1809750"/>
            <a:chExt cx="122872" cy="298989"/>
          </a:xfrm>
        </p:grpSpPr>
        <p:sp>
          <p:nvSpPr>
            <p:cNvPr id="41" name="Oval 40"/>
            <p:cNvSpPr/>
            <p:nvPr/>
          </p:nvSpPr>
          <p:spPr>
            <a:xfrm>
              <a:off x="8145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8116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8124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Rectangle 43"/>
            <p:cNvSpPr/>
            <p:nvPr/>
          </p:nvSpPr>
          <p:spPr>
            <a:xfrm>
              <a:off x="8190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" name="Person8"/>
          <p:cNvGrpSpPr/>
          <p:nvPr/>
        </p:nvGrpSpPr>
        <p:grpSpPr>
          <a:xfrm>
            <a:off x="8307228" y="1809750"/>
            <a:ext cx="122872" cy="298989"/>
            <a:chOff x="8307228" y="1809750"/>
            <a:chExt cx="122872" cy="298989"/>
          </a:xfrm>
        </p:grpSpPr>
        <p:sp>
          <p:nvSpPr>
            <p:cNvPr id="46" name="Oval 45"/>
            <p:cNvSpPr/>
            <p:nvPr/>
          </p:nvSpPr>
          <p:spPr>
            <a:xfrm>
              <a:off x="8335898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Rounded Rectangle 46"/>
            <p:cNvSpPr/>
            <p:nvPr/>
          </p:nvSpPr>
          <p:spPr>
            <a:xfrm>
              <a:off x="8307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8315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8380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" name="Person9"/>
          <p:cNvGrpSpPr/>
          <p:nvPr/>
        </p:nvGrpSpPr>
        <p:grpSpPr>
          <a:xfrm>
            <a:off x="8497728" y="1809750"/>
            <a:ext cx="122872" cy="298989"/>
            <a:chOff x="8497728" y="1809750"/>
            <a:chExt cx="122872" cy="298989"/>
          </a:xfrm>
        </p:grpSpPr>
        <p:sp>
          <p:nvSpPr>
            <p:cNvPr id="51" name="Oval 50"/>
            <p:cNvSpPr/>
            <p:nvPr/>
          </p:nvSpPr>
          <p:spPr>
            <a:xfrm>
              <a:off x="8526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Rounded Rectangle 51"/>
            <p:cNvSpPr/>
            <p:nvPr/>
          </p:nvSpPr>
          <p:spPr>
            <a:xfrm>
              <a:off x="8497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Rectangle 52"/>
            <p:cNvSpPr/>
            <p:nvPr/>
          </p:nvSpPr>
          <p:spPr>
            <a:xfrm>
              <a:off x="8505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8571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" name="Person10"/>
          <p:cNvGrpSpPr/>
          <p:nvPr/>
        </p:nvGrpSpPr>
        <p:grpSpPr>
          <a:xfrm>
            <a:off x="8688228" y="1809750"/>
            <a:ext cx="122872" cy="298989"/>
            <a:chOff x="8688228" y="1809750"/>
            <a:chExt cx="122872" cy="298989"/>
          </a:xfrm>
        </p:grpSpPr>
        <p:sp>
          <p:nvSpPr>
            <p:cNvPr id="56" name="Oval 55"/>
            <p:cNvSpPr/>
            <p:nvPr/>
          </p:nvSpPr>
          <p:spPr>
            <a:xfrm>
              <a:off x="8716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8688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Rectangle 57"/>
            <p:cNvSpPr/>
            <p:nvPr/>
          </p:nvSpPr>
          <p:spPr>
            <a:xfrm>
              <a:off x="8696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Rectangle 58"/>
            <p:cNvSpPr/>
            <p:nvPr/>
          </p:nvSpPr>
          <p:spPr>
            <a:xfrm>
              <a:off x="8761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" name="Person11"/>
          <p:cNvGrpSpPr/>
          <p:nvPr/>
        </p:nvGrpSpPr>
        <p:grpSpPr>
          <a:xfrm>
            <a:off x="8878728" y="1809750"/>
            <a:ext cx="122872" cy="298989"/>
            <a:chOff x="8878728" y="1809750"/>
            <a:chExt cx="122872" cy="298989"/>
          </a:xfrm>
        </p:grpSpPr>
        <p:sp>
          <p:nvSpPr>
            <p:cNvPr id="61" name="Oval 60"/>
            <p:cNvSpPr/>
            <p:nvPr/>
          </p:nvSpPr>
          <p:spPr>
            <a:xfrm>
              <a:off x="8907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Rounded Rectangle 61"/>
            <p:cNvSpPr/>
            <p:nvPr/>
          </p:nvSpPr>
          <p:spPr>
            <a:xfrm>
              <a:off x="8878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8886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Rectangle 63"/>
            <p:cNvSpPr/>
            <p:nvPr/>
          </p:nvSpPr>
          <p:spPr>
            <a:xfrm>
              <a:off x="8952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" name="Person12"/>
          <p:cNvGrpSpPr/>
          <p:nvPr/>
        </p:nvGrpSpPr>
        <p:grpSpPr>
          <a:xfrm>
            <a:off x="9069228" y="1809750"/>
            <a:ext cx="122872" cy="298989"/>
            <a:chOff x="9069228" y="1809750"/>
            <a:chExt cx="122872" cy="298989"/>
          </a:xfrm>
        </p:grpSpPr>
        <p:sp>
          <p:nvSpPr>
            <p:cNvPr id="66" name="Oval 65"/>
            <p:cNvSpPr/>
            <p:nvPr/>
          </p:nvSpPr>
          <p:spPr>
            <a:xfrm>
              <a:off x="9097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Rounded Rectangle 66"/>
            <p:cNvSpPr/>
            <p:nvPr/>
          </p:nvSpPr>
          <p:spPr>
            <a:xfrm>
              <a:off x="9069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9077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9142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" name="Person13"/>
          <p:cNvGrpSpPr/>
          <p:nvPr/>
        </p:nvGrpSpPr>
        <p:grpSpPr>
          <a:xfrm>
            <a:off x="9259728" y="1809750"/>
            <a:ext cx="122872" cy="298989"/>
            <a:chOff x="9259728" y="1809750"/>
            <a:chExt cx="122872" cy="298989"/>
          </a:xfrm>
        </p:grpSpPr>
        <p:sp>
          <p:nvSpPr>
            <p:cNvPr id="71" name="Oval 70"/>
            <p:cNvSpPr/>
            <p:nvPr/>
          </p:nvSpPr>
          <p:spPr>
            <a:xfrm>
              <a:off x="9288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ounded Rectangle 71"/>
            <p:cNvSpPr/>
            <p:nvPr/>
          </p:nvSpPr>
          <p:spPr>
            <a:xfrm>
              <a:off x="9259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9267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Rectangle 73"/>
            <p:cNvSpPr/>
            <p:nvPr/>
          </p:nvSpPr>
          <p:spPr>
            <a:xfrm>
              <a:off x="9333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" name="Person14"/>
          <p:cNvGrpSpPr/>
          <p:nvPr/>
        </p:nvGrpSpPr>
        <p:grpSpPr>
          <a:xfrm>
            <a:off x="9450228" y="1809750"/>
            <a:ext cx="122872" cy="298989"/>
            <a:chOff x="9450228" y="1809750"/>
            <a:chExt cx="122872" cy="298989"/>
          </a:xfrm>
        </p:grpSpPr>
        <p:sp>
          <p:nvSpPr>
            <p:cNvPr id="76" name="Oval 75"/>
            <p:cNvSpPr/>
            <p:nvPr/>
          </p:nvSpPr>
          <p:spPr>
            <a:xfrm>
              <a:off x="9478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9450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Rectangle 77"/>
            <p:cNvSpPr/>
            <p:nvPr/>
          </p:nvSpPr>
          <p:spPr>
            <a:xfrm>
              <a:off x="9458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9523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" name="Person15"/>
          <p:cNvGrpSpPr/>
          <p:nvPr/>
        </p:nvGrpSpPr>
        <p:grpSpPr>
          <a:xfrm>
            <a:off x="9640728" y="1809750"/>
            <a:ext cx="122872" cy="298989"/>
            <a:chOff x="9640728" y="1809750"/>
            <a:chExt cx="122872" cy="298989"/>
          </a:xfrm>
        </p:grpSpPr>
        <p:sp>
          <p:nvSpPr>
            <p:cNvPr id="81" name="Oval 80"/>
            <p:cNvSpPr/>
            <p:nvPr/>
          </p:nvSpPr>
          <p:spPr>
            <a:xfrm>
              <a:off x="9669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9640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Rectangle 82"/>
            <p:cNvSpPr/>
            <p:nvPr/>
          </p:nvSpPr>
          <p:spPr>
            <a:xfrm>
              <a:off x="9648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9714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" name="Person16"/>
          <p:cNvGrpSpPr/>
          <p:nvPr/>
        </p:nvGrpSpPr>
        <p:grpSpPr>
          <a:xfrm>
            <a:off x="9831228" y="1809750"/>
            <a:ext cx="122872" cy="298989"/>
            <a:chOff x="9831228" y="1809750"/>
            <a:chExt cx="122872" cy="298989"/>
          </a:xfrm>
        </p:grpSpPr>
        <p:sp>
          <p:nvSpPr>
            <p:cNvPr id="86" name="Oval 85"/>
            <p:cNvSpPr/>
            <p:nvPr/>
          </p:nvSpPr>
          <p:spPr>
            <a:xfrm>
              <a:off x="9859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Rounded Rectangle 86"/>
            <p:cNvSpPr/>
            <p:nvPr/>
          </p:nvSpPr>
          <p:spPr>
            <a:xfrm>
              <a:off x="9831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Rectangle 87"/>
            <p:cNvSpPr/>
            <p:nvPr/>
          </p:nvSpPr>
          <p:spPr>
            <a:xfrm>
              <a:off x="9839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Rectangle 88"/>
            <p:cNvSpPr/>
            <p:nvPr/>
          </p:nvSpPr>
          <p:spPr>
            <a:xfrm>
              <a:off x="9904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" name="Person17"/>
          <p:cNvGrpSpPr/>
          <p:nvPr/>
        </p:nvGrpSpPr>
        <p:grpSpPr>
          <a:xfrm>
            <a:off x="10021728" y="1809750"/>
            <a:ext cx="122872" cy="298989"/>
            <a:chOff x="10021728" y="1809750"/>
            <a:chExt cx="122872" cy="298989"/>
          </a:xfrm>
        </p:grpSpPr>
        <p:sp>
          <p:nvSpPr>
            <p:cNvPr id="91" name="Oval 90"/>
            <p:cNvSpPr/>
            <p:nvPr/>
          </p:nvSpPr>
          <p:spPr>
            <a:xfrm>
              <a:off x="10050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Rounded Rectangle 91"/>
            <p:cNvSpPr/>
            <p:nvPr/>
          </p:nvSpPr>
          <p:spPr>
            <a:xfrm>
              <a:off x="10021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Rectangle 92"/>
            <p:cNvSpPr/>
            <p:nvPr/>
          </p:nvSpPr>
          <p:spPr>
            <a:xfrm>
              <a:off x="10029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Rectangle 93"/>
            <p:cNvSpPr/>
            <p:nvPr/>
          </p:nvSpPr>
          <p:spPr>
            <a:xfrm>
              <a:off x="10095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" name="Person18"/>
          <p:cNvGrpSpPr/>
          <p:nvPr/>
        </p:nvGrpSpPr>
        <p:grpSpPr>
          <a:xfrm>
            <a:off x="10212228" y="1809750"/>
            <a:ext cx="122872" cy="298989"/>
            <a:chOff x="10212228" y="1809750"/>
            <a:chExt cx="122872" cy="298989"/>
          </a:xfrm>
        </p:grpSpPr>
        <p:sp>
          <p:nvSpPr>
            <p:cNvPr id="96" name="Oval 95"/>
            <p:cNvSpPr/>
            <p:nvPr/>
          </p:nvSpPr>
          <p:spPr>
            <a:xfrm>
              <a:off x="10240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ounded Rectangle 96"/>
            <p:cNvSpPr/>
            <p:nvPr/>
          </p:nvSpPr>
          <p:spPr>
            <a:xfrm>
              <a:off x="10212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" name="Rectangle 97"/>
            <p:cNvSpPr/>
            <p:nvPr/>
          </p:nvSpPr>
          <p:spPr>
            <a:xfrm>
              <a:off x="10220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0285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" name="Person19"/>
          <p:cNvGrpSpPr/>
          <p:nvPr/>
        </p:nvGrpSpPr>
        <p:grpSpPr>
          <a:xfrm>
            <a:off x="10402728" y="1809750"/>
            <a:ext cx="122872" cy="298989"/>
            <a:chOff x="10402728" y="1809750"/>
            <a:chExt cx="122872" cy="298989"/>
          </a:xfrm>
        </p:grpSpPr>
        <p:sp>
          <p:nvSpPr>
            <p:cNvPr id="101" name="Oval 100"/>
            <p:cNvSpPr/>
            <p:nvPr/>
          </p:nvSpPr>
          <p:spPr>
            <a:xfrm>
              <a:off x="10431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Rounded Rectangle 101"/>
            <p:cNvSpPr/>
            <p:nvPr/>
          </p:nvSpPr>
          <p:spPr>
            <a:xfrm>
              <a:off x="10402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Rectangle 102"/>
            <p:cNvSpPr/>
            <p:nvPr/>
          </p:nvSpPr>
          <p:spPr>
            <a:xfrm>
              <a:off x="10410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Rectangle 103"/>
            <p:cNvSpPr/>
            <p:nvPr/>
          </p:nvSpPr>
          <p:spPr>
            <a:xfrm>
              <a:off x="10476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" name="Person20"/>
          <p:cNvGrpSpPr/>
          <p:nvPr/>
        </p:nvGrpSpPr>
        <p:grpSpPr>
          <a:xfrm>
            <a:off x="10593228" y="1809750"/>
            <a:ext cx="122872" cy="298989"/>
            <a:chOff x="10593228" y="1809750"/>
            <a:chExt cx="122872" cy="298989"/>
          </a:xfrm>
        </p:grpSpPr>
        <p:sp>
          <p:nvSpPr>
            <p:cNvPr id="106" name="Oval 105"/>
            <p:cNvSpPr/>
            <p:nvPr/>
          </p:nvSpPr>
          <p:spPr>
            <a:xfrm>
              <a:off x="10621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" name="Rounded Rectangle 106"/>
            <p:cNvSpPr/>
            <p:nvPr/>
          </p:nvSpPr>
          <p:spPr>
            <a:xfrm>
              <a:off x="10593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10601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10666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" name="Person21"/>
          <p:cNvGrpSpPr/>
          <p:nvPr/>
        </p:nvGrpSpPr>
        <p:grpSpPr>
          <a:xfrm>
            <a:off x="10783728" y="1809750"/>
            <a:ext cx="122872" cy="298989"/>
            <a:chOff x="10783728" y="1809750"/>
            <a:chExt cx="122872" cy="298989"/>
          </a:xfrm>
        </p:grpSpPr>
        <p:sp>
          <p:nvSpPr>
            <p:cNvPr id="111" name="Oval 110"/>
            <p:cNvSpPr/>
            <p:nvPr/>
          </p:nvSpPr>
          <p:spPr>
            <a:xfrm>
              <a:off x="10812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10783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10791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10857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" name="Person22"/>
          <p:cNvGrpSpPr/>
          <p:nvPr/>
        </p:nvGrpSpPr>
        <p:grpSpPr>
          <a:xfrm>
            <a:off x="10974228" y="1809750"/>
            <a:ext cx="122872" cy="298989"/>
            <a:chOff x="10974228" y="1809750"/>
            <a:chExt cx="122872" cy="298989"/>
          </a:xfrm>
        </p:grpSpPr>
        <p:sp>
          <p:nvSpPr>
            <p:cNvPr id="116" name="Oval 115"/>
            <p:cNvSpPr/>
            <p:nvPr/>
          </p:nvSpPr>
          <p:spPr>
            <a:xfrm>
              <a:off x="11002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Rounded Rectangle 116"/>
            <p:cNvSpPr/>
            <p:nvPr/>
          </p:nvSpPr>
          <p:spPr>
            <a:xfrm>
              <a:off x="10974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10982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11047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" name="Person23"/>
          <p:cNvGrpSpPr/>
          <p:nvPr/>
        </p:nvGrpSpPr>
        <p:grpSpPr>
          <a:xfrm>
            <a:off x="11164728" y="1809750"/>
            <a:ext cx="122872" cy="298989"/>
            <a:chOff x="11164728" y="1809750"/>
            <a:chExt cx="122872" cy="298989"/>
          </a:xfrm>
        </p:grpSpPr>
        <p:sp>
          <p:nvSpPr>
            <p:cNvPr id="121" name="Oval 120"/>
            <p:cNvSpPr/>
            <p:nvPr/>
          </p:nvSpPr>
          <p:spPr>
            <a:xfrm>
              <a:off x="111933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Rounded Rectangle 121"/>
            <p:cNvSpPr/>
            <p:nvPr/>
          </p:nvSpPr>
          <p:spPr>
            <a:xfrm>
              <a:off x="111647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111729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Rectangle 123"/>
            <p:cNvSpPr/>
            <p:nvPr/>
          </p:nvSpPr>
          <p:spPr>
            <a:xfrm>
              <a:off x="112384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" name="Person24"/>
          <p:cNvGrpSpPr/>
          <p:nvPr/>
        </p:nvGrpSpPr>
        <p:grpSpPr>
          <a:xfrm>
            <a:off x="11355228" y="1809750"/>
            <a:ext cx="122872" cy="298989"/>
            <a:chOff x="11355228" y="1809750"/>
            <a:chExt cx="122872" cy="298989"/>
          </a:xfrm>
        </p:grpSpPr>
        <p:sp>
          <p:nvSpPr>
            <p:cNvPr id="126" name="Oval 125"/>
            <p:cNvSpPr/>
            <p:nvPr/>
          </p:nvSpPr>
          <p:spPr>
            <a:xfrm>
              <a:off x="11383899" y="18097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Rounded Rectangle 126"/>
            <p:cNvSpPr/>
            <p:nvPr/>
          </p:nvSpPr>
          <p:spPr>
            <a:xfrm>
              <a:off x="11355228" y="18957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Rectangle 127"/>
            <p:cNvSpPr/>
            <p:nvPr/>
          </p:nvSpPr>
          <p:spPr>
            <a:xfrm>
              <a:off x="11363420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Rectangle 128"/>
            <p:cNvSpPr/>
            <p:nvPr/>
          </p:nvSpPr>
          <p:spPr>
            <a:xfrm>
              <a:off x="11428952" y="19899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0" name="Person25"/>
          <p:cNvGrpSpPr/>
          <p:nvPr/>
        </p:nvGrpSpPr>
        <p:grpSpPr>
          <a:xfrm>
            <a:off x="6783228" y="2209800"/>
            <a:ext cx="122872" cy="298989"/>
            <a:chOff x="6783228" y="2209800"/>
            <a:chExt cx="122872" cy="298989"/>
          </a:xfrm>
        </p:grpSpPr>
        <p:sp>
          <p:nvSpPr>
            <p:cNvPr id="131" name="Oval 130"/>
            <p:cNvSpPr/>
            <p:nvPr/>
          </p:nvSpPr>
          <p:spPr>
            <a:xfrm>
              <a:off x="681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Rounded Rectangle 131"/>
            <p:cNvSpPr/>
            <p:nvPr/>
          </p:nvSpPr>
          <p:spPr>
            <a:xfrm>
              <a:off x="678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Rectangle 132"/>
            <p:cNvSpPr/>
            <p:nvPr/>
          </p:nvSpPr>
          <p:spPr>
            <a:xfrm>
              <a:off x="679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Rectangle 133"/>
            <p:cNvSpPr/>
            <p:nvPr/>
          </p:nvSpPr>
          <p:spPr>
            <a:xfrm>
              <a:off x="685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5" name="Person26"/>
          <p:cNvGrpSpPr/>
          <p:nvPr/>
        </p:nvGrpSpPr>
        <p:grpSpPr>
          <a:xfrm>
            <a:off x="6973728" y="2209800"/>
            <a:ext cx="122872" cy="298989"/>
            <a:chOff x="6973728" y="2209800"/>
            <a:chExt cx="122872" cy="298989"/>
          </a:xfrm>
        </p:grpSpPr>
        <p:sp>
          <p:nvSpPr>
            <p:cNvPr id="136" name="Oval 135"/>
            <p:cNvSpPr/>
            <p:nvPr/>
          </p:nvSpPr>
          <p:spPr>
            <a:xfrm>
              <a:off x="7002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Rounded Rectangle 136"/>
            <p:cNvSpPr/>
            <p:nvPr/>
          </p:nvSpPr>
          <p:spPr>
            <a:xfrm>
              <a:off x="697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8" name="Rectangle 137"/>
            <p:cNvSpPr/>
            <p:nvPr/>
          </p:nvSpPr>
          <p:spPr>
            <a:xfrm>
              <a:off x="698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9" name="Rectangle 138"/>
            <p:cNvSpPr/>
            <p:nvPr/>
          </p:nvSpPr>
          <p:spPr>
            <a:xfrm>
              <a:off x="704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0" name="Person27"/>
          <p:cNvGrpSpPr/>
          <p:nvPr/>
        </p:nvGrpSpPr>
        <p:grpSpPr>
          <a:xfrm>
            <a:off x="7164228" y="2209800"/>
            <a:ext cx="122872" cy="298989"/>
            <a:chOff x="7164228" y="2209800"/>
            <a:chExt cx="122872" cy="298989"/>
          </a:xfrm>
        </p:grpSpPr>
        <p:sp>
          <p:nvSpPr>
            <p:cNvPr id="141" name="Oval 140"/>
            <p:cNvSpPr/>
            <p:nvPr/>
          </p:nvSpPr>
          <p:spPr>
            <a:xfrm>
              <a:off x="719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2" name="Rounded Rectangle 141"/>
            <p:cNvSpPr/>
            <p:nvPr/>
          </p:nvSpPr>
          <p:spPr>
            <a:xfrm>
              <a:off x="716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3" name="Rectangle 142"/>
            <p:cNvSpPr/>
            <p:nvPr/>
          </p:nvSpPr>
          <p:spPr>
            <a:xfrm>
              <a:off x="717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Rectangle 143"/>
            <p:cNvSpPr/>
            <p:nvPr/>
          </p:nvSpPr>
          <p:spPr>
            <a:xfrm>
              <a:off x="723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5" name="Person28"/>
          <p:cNvGrpSpPr/>
          <p:nvPr/>
        </p:nvGrpSpPr>
        <p:grpSpPr>
          <a:xfrm>
            <a:off x="7354728" y="2209800"/>
            <a:ext cx="122872" cy="298989"/>
            <a:chOff x="7354728" y="2209800"/>
            <a:chExt cx="122872" cy="298989"/>
          </a:xfrm>
        </p:grpSpPr>
        <p:sp>
          <p:nvSpPr>
            <p:cNvPr id="146" name="Oval 145"/>
            <p:cNvSpPr/>
            <p:nvPr/>
          </p:nvSpPr>
          <p:spPr>
            <a:xfrm>
              <a:off x="738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7" name="Rounded Rectangle 146"/>
            <p:cNvSpPr/>
            <p:nvPr/>
          </p:nvSpPr>
          <p:spPr>
            <a:xfrm>
              <a:off x="735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736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742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0" name="Person29"/>
          <p:cNvGrpSpPr/>
          <p:nvPr/>
        </p:nvGrpSpPr>
        <p:grpSpPr>
          <a:xfrm>
            <a:off x="7545228" y="2209800"/>
            <a:ext cx="122872" cy="298989"/>
            <a:chOff x="7545228" y="2209800"/>
            <a:chExt cx="122872" cy="298989"/>
          </a:xfrm>
        </p:grpSpPr>
        <p:sp>
          <p:nvSpPr>
            <p:cNvPr id="151" name="Oval 150"/>
            <p:cNvSpPr/>
            <p:nvPr/>
          </p:nvSpPr>
          <p:spPr>
            <a:xfrm>
              <a:off x="757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Rounded Rectangle 151"/>
            <p:cNvSpPr/>
            <p:nvPr/>
          </p:nvSpPr>
          <p:spPr>
            <a:xfrm>
              <a:off x="754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755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61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55" name="Person30"/>
          <p:cNvGrpSpPr/>
          <p:nvPr/>
        </p:nvGrpSpPr>
        <p:grpSpPr>
          <a:xfrm>
            <a:off x="7735728" y="2209800"/>
            <a:ext cx="122872" cy="298989"/>
            <a:chOff x="7735728" y="2209800"/>
            <a:chExt cx="122872" cy="298989"/>
          </a:xfrm>
        </p:grpSpPr>
        <p:sp>
          <p:nvSpPr>
            <p:cNvPr id="156" name="Oval 155"/>
            <p:cNvSpPr/>
            <p:nvPr/>
          </p:nvSpPr>
          <p:spPr>
            <a:xfrm>
              <a:off x="77643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Rounded Rectangle 156"/>
            <p:cNvSpPr/>
            <p:nvPr/>
          </p:nvSpPr>
          <p:spPr>
            <a:xfrm>
              <a:off x="7735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Rectangle 157"/>
            <p:cNvSpPr/>
            <p:nvPr/>
          </p:nvSpPr>
          <p:spPr>
            <a:xfrm>
              <a:off x="7743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Rectangle 158"/>
            <p:cNvSpPr/>
            <p:nvPr/>
          </p:nvSpPr>
          <p:spPr>
            <a:xfrm>
              <a:off x="7809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0" name="Person31"/>
          <p:cNvGrpSpPr/>
          <p:nvPr/>
        </p:nvGrpSpPr>
        <p:grpSpPr>
          <a:xfrm>
            <a:off x="7926228" y="2209800"/>
            <a:ext cx="122872" cy="298989"/>
            <a:chOff x="7926228" y="2209800"/>
            <a:chExt cx="122872" cy="298989"/>
          </a:xfrm>
        </p:grpSpPr>
        <p:sp>
          <p:nvSpPr>
            <p:cNvPr id="161" name="Oval 160"/>
            <p:cNvSpPr/>
            <p:nvPr/>
          </p:nvSpPr>
          <p:spPr>
            <a:xfrm>
              <a:off x="7954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Rounded Rectangle 161"/>
            <p:cNvSpPr/>
            <p:nvPr/>
          </p:nvSpPr>
          <p:spPr>
            <a:xfrm>
              <a:off x="7926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Rectangle 162"/>
            <p:cNvSpPr/>
            <p:nvPr/>
          </p:nvSpPr>
          <p:spPr>
            <a:xfrm>
              <a:off x="7934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Rectangle 163"/>
            <p:cNvSpPr/>
            <p:nvPr/>
          </p:nvSpPr>
          <p:spPr>
            <a:xfrm>
              <a:off x="7999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65" name="Person32"/>
          <p:cNvGrpSpPr/>
          <p:nvPr/>
        </p:nvGrpSpPr>
        <p:grpSpPr>
          <a:xfrm>
            <a:off x="8116728" y="2209800"/>
            <a:ext cx="122872" cy="298989"/>
            <a:chOff x="8116728" y="2209800"/>
            <a:chExt cx="122872" cy="298989"/>
          </a:xfrm>
        </p:grpSpPr>
        <p:sp>
          <p:nvSpPr>
            <p:cNvPr id="166" name="Oval 165"/>
            <p:cNvSpPr/>
            <p:nvPr/>
          </p:nvSpPr>
          <p:spPr>
            <a:xfrm>
              <a:off x="8145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Rounded Rectangle 166"/>
            <p:cNvSpPr/>
            <p:nvPr/>
          </p:nvSpPr>
          <p:spPr>
            <a:xfrm>
              <a:off x="8116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Rectangle 167"/>
            <p:cNvSpPr/>
            <p:nvPr/>
          </p:nvSpPr>
          <p:spPr>
            <a:xfrm>
              <a:off x="8124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8190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0" name="Person33"/>
          <p:cNvGrpSpPr/>
          <p:nvPr/>
        </p:nvGrpSpPr>
        <p:grpSpPr>
          <a:xfrm>
            <a:off x="8307228" y="2209800"/>
            <a:ext cx="122872" cy="298989"/>
            <a:chOff x="8307228" y="2209800"/>
            <a:chExt cx="122872" cy="298989"/>
          </a:xfrm>
        </p:grpSpPr>
        <p:sp>
          <p:nvSpPr>
            <p:cNvPr id="171" name="Oval 170"/>
            <p:cNvSpPr/>
            <p:nvPr/>
          </p:nvSpPr>
          <p:spPr>
            <a:xfrm>
              <a:off x="8335898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Rounded Rectangle 171"/>
            <p:cNvSpPr/>
            <p:nvPr/>
          </p:nvSpPr>
          <p:spPr>
            <a:xfrm>
              <a:off x="8307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8315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4" name="Rectangle 173"/>
            <p:cNvSpPr/>
            <p:nvPr/>
          </p:nvSpPr>
          <p:spPr>
            <a:xfrm>
              <a:off x="8380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5" name="Person34"/>
          <p:cNvGrpSpPr/>
          <p:nvPr/>
        </p:nvGrpSpPr>
        <p:grpSpPr>
          <a:xfrm>
            <a:off x="8497728" y="2209800"/>
            <a:ext cx="122872" cy="298989"/>
            <a:chOff x="8497728" y="2209800"/>
            <a:chExt cx="122872" cy="298989"/>
          </a:xfrm>
        </p:grpSpPr>
        <p:sp>
          <p:nvSpPr>
            <p:cNvPr id="176" name="Oval 175"/>
            <p:cNvSpPr/>
            <p:nvPr/>
          </p:nvSpPr>
          <p:spPr>
            <a:xfrm>
              <a:off x="8526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7" name="Rounded Rectangle 176"/>
            <p:cNvSpPr/>
            <p:nvPr/>
          </p:nvSpPr>
          <p:spPr>
            <a:xfrm>
              <a:off x="8497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8" name="Rectangle 177"/>
            <p:cNvSpPr/>
            <p:nvPr/>
          </p:nvSpPr>
          <p:spPr>
            <a:xfrm>
              <a:off x="8505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8571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0" name="Person35"/>
          <p:cNvGrpSpPr/>
          <p:nvPr/>
        </p:nvGrpSpPr>
        <p:grpSpPr>
          <a:xfrm>
            <a:off x="8688228" y="2209800"/>
            <a:ext cx="122872" cy="298989"/>
            <a:chOff x="8688228" y="2209800"/>
            <a:chExt cx="122872" cy="298989"/>
          </a:xfrm>
        </p:grpSpPr>
        <p:sp>
          <p:nvSpPr>
            <p:cNvPr id="181" name="Oval 180"/>
            <p:cNvSpPr/>
            <p:nvPr/>
          </p:nvSpPr>
          <p:spPr>
            <a:xfrm>
              <a:off x="8716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Rounded Rectangle 181"/>
            <p:cNvSpPr/>
            <p:nvPr/>
          </p:nvSpPr>
          <p:spPr>
            <a:xfrm>
              <a:off x="8688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8696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8761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5" name="Person36"/>
          <p:cNvGrpSpPr/>
          <p:nvPr/>
        </p:nvGrpSpPr>
        <p:grpSpPr>
          <a:xfrm>
            <a:off x="8878728" y="2209800"/>
            <a:ext cx="122872" cy="298989"/>
            <a:chOff x="8878728" y="2209800"/>
            <a:chExt cx="122872" cy="298989"/>
          </a:xfrm>
        </p:grpSpPr>
        <p:sp>
          <p:nvSpPr>
            <p:cNvPr id="186" name="Oval 185"/>
            <p:cNvSpPr/>
            <p:nvPr/>
          </p:nvSpPr>
          <p:spPr>
            <a:xfrm>
              <a:off x="8907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Rounded Rectangle 186"/>
            <p:cNvSpPr/>
            <p:nvPr/>
          </p:nvSpPr>
          <p:spPr>
            <a:xfrm>
              <a:off x="8878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Rectangle 187"/>
            <p:cNvSpPr/>
            <p:nvPr/>
          </p:nvSpPr>
          <p:spPr>
            <a:xfrm>
              <a:off x="8886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Rectangle 188"/>
            <p:cNvSpPr/>
            <p:nvPr/>
          </p:nvSpPr>
          <p:spPr>
            <a:xfrm>
              <a:off x="8952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0" name="Person37"/>
          <p:cNvGrpSpPr/>
          <p:nvPr/>
        </p:nvGrpSpPr>
        <p:grpSpPr>
          <a:xfrm>
            <a:off x="9069228" y="2209800"/>
            <a:ext cx="122872" cy="298989"/>
            <a:chOff x="9069228" y="2209800"/>
            <a:chExt cx="122872" cy="298989"/>
          </a:xfrm>
        </p:grpSpPr>
        <p:sp>
          <p:nvSpPr>
            <p:cNvPr id="191" name="Oval 190"/>
            <p:cNvSpPr/>
            <p:nvPr/>
          </p:nvSpPr>
          <p:spPr>
            <a:xfrm>
              <a:off x="9097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2" name="Rounded Rectangle 191"/>
            <p:cNvSpPr/>
            <p:nvPr/>
          </p:nvSpPr>
          <p:spPr>
            <a:xfrm>
              <a:off x="9069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3" name="Rectangle 192"/>
            <p:cNvSpPr/>
            <p:nvPr/>
          </p:nvSpPr>
          <p:spPr>
            <a:xfrm>
              <a:off x="9077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4" name="Rectangle 193"/>
            <p:cNvSpPr/>
            <p:nvPr/>
          </p:nvSpPr>
          <p:spPr>
            <a:xfrm>
              <a:off x="9142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95" name="Person38"/>
          <p:cNvGrpSpPr/>
          <p:nvPr/>
        </p:nvGrpSpPr>
        <p:grpSpPr>
          <a:xfrm>
            <a:off x="9259728" y="2209800"/>
            <a:ext cx="122872" cy="298989"/>
            <a:chOff x="9259728" y="2209800"/>
            <a:chExt cx="122872" cy="298989"/>
          </a:xfrm>
        </p:grpSpPr>
        <p:sp>
          <p:nvSpPr>
            <p:cNvPr id="196" name="Oval 195"/>
            <p:cNvSpPr/>
            <p:nvPr/>
          </p:nvSpPr>
          <p:spPr>
            <a:xfrm>
              <a:off x="9288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Rounded Rectangle 196"/>
            <p:cNvSpPr/>
            <p:nvPr/>
          </p:nvSpPr>
          <p:spPr>
            <a:xfrm>
              <a:off x="9259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Rectangle 197"/>
            <p:cNvSpPr/>
            <p:nvPr/>
          </p:nvSpPr>
          <p:spPr>
            <a:xfrm>
              <a:off x="9267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9" name="Rectangle 198"/>
            <p:cNvSpPr/>
            <p:nvPr/>
          </p:nvSpPr>
          <p:spPr>
            <a:xfrm>
              <a:off x="9333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0" name="Person39"/>
          <p:cNvGrpSpPr/>
          <p:nvPr/>
        </p:nvGrpSpPr>
        <p:grpSpPr>
          <a:xfrm>
            <a:off x="9450228" y="2209800"/>
            <a:ext cx="122872" cy="298989"/>
            <a:chOff x="9450228" y="2209800"/>
            <a:chExt cx="122872" cy="298989"/>
          </a:xfrm>
        </p:grpSpPr>
        <p:sp>
          <p:nvSpPr>
            <p:cNvPr id="201" name="Oval 200"/>
            <p:cNvSpPr/>
            <p:nvPr/>
          </p:nvSpPr>
          <p:spPr>
            <a:xfrm>
              <a:off x="9478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2" name="Rounded Rectangle 201"/>
            <p:cNvSpPr/>
            <p:nvPr/>
          </p:nvSpPr>
          <p:spPr>
            <a:xfrm>
              <a:off x="9450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9458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Rectangle 203"/>
            <p:cNvSpPr/>
            <p:nvPr/>
          </p:nvSpPr>
          <p:spPr>
            <a:xfrm>
              <a:off x="9523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5" name="Person40"/>
          <p:cNvGrpSpPr/>
          <p:nvPr/>
        </p:nvGrpSpPr>
        <p:grpSpPr>
          <a:xfrm>
            <a:off x="9640728" y="2209800"/>
            <a:ext cx="122872" cy="298989"/>
            <a:chOff x="9640728" y="2209800"/>
            <a:chExt cx="122872" cy="298989"/>
          </a:xfrm>
        </p:grpSpPr>
        <p:sp>
          <p:nvSpPr>
            <p:cNvPr id="206" name="Oval 205"/>
            <p:cNvSpPr/>
            <p:nvPr/>
          </p:nvSpPr>
          <p:spPr>
            <a:xfrm>
              <a:off x="9669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7" name="Rounded Rectangle 206"/>
            <p:cNvSpPr/>
            <p:nvPr/>
          </p:nvSpPr>
          <p:spPr>
            <a:xfrm>
              <a:off x="9640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Rectangle 207"/>
            <p:cNvSpPr/>
            <p:nvPr/>
          </p:nvSpPr>
          <p:spPr>
            <a:xfrm>
              <a:off x="9648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Rectangle 208"/>
            <p:cNvSpPr/>
            <p:nvPr/>
          </p:nvSpPr>
          <p:spPr>
            <a:xfrm>
              <a:off x="9714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0" name="Person41"/>
          <p:cNvGrpSpPr/>
          <p:nvPr/>
        </p:nvGrpSpPr>
        <p:grpSpPr>
          <a:xfrm>
            <a:off x="9831228" y="2209800"/>
            <a:ext cx="122872" cy="298989"/>
            <a:chOff x="9831228" y="2209800"/>
            <a:chExt cx="122872" cy="298989"/>
          </a:xfrm>
        </p:grpSpPr>
        <p:sp>
          <p:nvSpPr>
            <p:cNvPr id="211" name="Oval 210"/>
            <p:cNvSpPr/>
            <p:nvPr/>
          </p:nvSpPr>
          <p:spPr>
            <a:xfrm>
              <a:off x="9859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2" name="Rounded Rectangle 211"/>
            <p:cNvSpPr/>
            <p:nvPr/>
          </p:nvSpPr>
          <p:spPr>
            <a:xfrm>
              <a:off x="9831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3" name="Rectangle 212"/>
            <p:cNvSpPr/>
            <p:nvPr/>
          </p:nvSpPr>
          <p:spPr>
            <a:xfrm>
              <a:off x="9839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4" name="Rectangle 213"/>
            <p:cNvSpPr/>
            <p:nvPr/>
          </p:nvSpPr>
          <p:spPr>
            <a:xfrm>
              <a:off x="9904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15" name="Person42"/>
          <p:cNvGrpSpPr/>
          <p:nvPr/>
        </p:nvGrpSpPr>
        <p:grpSpPr>
          <a:xfrm>
            <a:off x="10021728" y="2209800"/>
            <a:ext cx="122872" cy="298989"/>
            <a:chOff x="10021728" y="2209800"/>
            <a:chExt cx="122872" cy="298989"/>
          </a:xfrm>
        </p:grpSpPr>
        <p:sp>
          <p:nvSpPr>
            <p:cNvPr id="216" name="Oval 215"/>
            <p:cNvSpPr/>
            <p:nvPr/>
          </p:nvSpPr>
          <p:spPr>
            <a:xfrm>
              <a:off x="10050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7" name="Rounded Rectangle 216"/>
            <p:cNvSpPr/>
            <p:nvPr/>
          </p:nvSpPr>
          <p:spPr>
            <a:xfrm>
              <a:off x="10021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10029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9" name="Rectangle 218"/>
            <p:cNvSpPr/>
            <p:nvPr/>
          </p:nvSpPr>
          <p:spPr>
            <a:xfrm>
              <a:off x="10095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0" name="Person43"/>
          <p:cNvGrpSpPr/>
          <p:nvPr/>
        </p:nvGrpSpPr>
        <p:grpSpPr>
          <a:xfrm>
            <a:off x="10212228" y="2209800"/>
            <a:ext cx="122872" cy="298989"/>
            <a:chOff x="10212228" y="2209800"/>
            <a:chExt cx="122872" cy="298989"/>
          </a:xfrm>
        </p:grpSpPr>
        <p:sp>
          <p:nvSpPr>
            <p:cNvPr id="221" name="Oval 220"/>
            <p:cNvSpPr/>
            <p:nvPr/>
          </p:nvSpPr>
          <p:spPr>
            <a:xfrm>
              <a:off x="10240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2" name="Rounded Rectangle 221"/>
            <p:cNvSpPr/>
            <p:nvPr/>
          </p:nvSpPr>
          <p:spPr>
            <a:xfrm>
              <a:off x="10212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3" name="Rectangle 222"/>
            <p:cNvSpPr/>
            <p:nvPr/>
          </p:nvSpPr>
          <p:spPr>
            <a:xfrm>
              <a:off x="10220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4" name="Rectangle 223"/>
            <p:cNvSpPr/>
            <p:nvPr/>
          </p:nvSpPr>
          <p:spPr>
            <a:xfrm>
              <a:off x="10285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5" name="Person44"/>
          <p:cNvGrpSpPr/>
          <p:nvPr/>
        </p:nvGrpSpPr>
        <p:grpSpPr>
          <a:xfrm>
            <a:off x="10402728" y="2209800"/>
            <a:ext cx="122872" cy="298989"/>
            <a:chOff x="10402728" y="2209800"/>
            <a:chExt cx="122872" cy="298989"/>
          </a:xfrm>
        </p:grpSpPr>
        <p:sp>
          <p:nvSpPr>
            <p:cNvPr id="226" name="Oval 225"/>
            <p:cNvSpPr/>
            <p:nvPr/>
          </p:nvSpPr>
          <p:spPr>
            <a:xfrm>
              <a:off x="10431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7" name="Rounded Rectangle 226"/>
            <p:cNvSpPr/>
            <p:nvPr/>
          </p:nvSpPr>
          <p:spPr>
            <a:xfrm>
              <a:off x="10402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8" name="Rectangle 227"/>
            <p:cNvSpPr/>
            <p:nvPr/>
          </p:nvSpPr>
          <p:spPr>
            <a:xfrm>
              <a:off x="10410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9" name="Rectangle 228"/>
            <p:cNvSpPr/>
            <p:nvPr/>
          </p:nvSpPr>
          <p:spPr>
            <a:xfrm>
              <a:off x="10476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0" name="Person45"/>
          <p:cNvGrpSpPr/>
          <p:nvPr/>
        </p:nvGrpSpPr>
        <p:grpSpPr>
          <a:xfrm>
            <a:off x="10593228" y="2209800"/>
            <a:ext cx="122872" cy="298989"/>
            <a:chOff x="10593228" y="2209800"/>
            <a:chExt cx="122872" cy="298989"/>
          </a:xfrm>
        </p:grpSpPr>
        <p:sp>
          <p:nvSpPr>
            <p:cNvPr id="231" name="Oval 230"/>
            <p:cNvSpPr/>
            <p:nvPr/>
          </p:nvSpPr>
          <p:spPr>
            <a:xfrm>
              <a:off x="10621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2" name="Rounded Rectangle 231"/>
            <p:cNvSpPr/>
            <p:nvPr/>
          </p:nvSpPr>
          <p:spPr>
            <a:xfrm>
              <a:off x="10593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3" name="Rectangle 232"/>
            <p:cNvSpPr/>
            <p:nvPr/>
          </p:nvSpPr>
          <p:spPr>
            <a:xfrm>
              <a:off x="10601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4" name="Rectangle 233"/>
            <p:cNvSpPr/>
            <p:nvPr/>
          </p:nvSpPr>
          <p:spPr>
            <a:xfrm>
              <a:off x="10666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35" name="Person46"/>
          <p:cNvGrpSpPr/>
          <p:nvPr/>
        </p:nvGrpSpPr>
        <p:grpSpPr>
          <a:xfrm>
            <a:off x="10783728" y="2209800"/>
            <a:ext cx="122872" cy="298989"/>
            <a:chOff x="10783728" y="2209800"/>
            <a:chExt cx="122872" cy="298989"/>
          </a:xfrm>
        </p:grpSpPr>
        <p:sp>
          <p:nvSpPr>
            <p:cNvPr id="236" name="Oval 235"/>
            <p:cNvSpPr/>
            <p:nvPr/>
          </p:nvSpPr>
          <p:spPr>
            <a:xfrm>
              <a:off x="10812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7" name="Rounded Rectangle 236"/>
            <p:cNvSpPr/>
            <p:nvPr/>
          </p:nvSpPr>
          <p:spPr>
            <a:xfrm>
              <a:off x="10783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8" name="Rectangle 237"/>
            <p:cNvSpPr/>
            <p:nvPr/>
          </p:nvSpPr>
          <p:spPr>
            <a:xfrm>
              <a:off x="10791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9" name="Rectangle 238"/>
            <p:cNvSpPr/>
            <p:nvPr/>
          </p:nvSpPr>
          <p:spPr>
            <a:xfrm>
              <a:off x="10857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0" name="Person47"/>
          <p:cNvGrpSpPr/>
          <p:nvPr/>
        </p:nvGrpSpPr>
        <p:grpSpPr>
          <a:xfrm>
            <a:off x="10974228" y="2209800"/>
            <a:ext cx="122872" cy="298989"/>
            <a:chOff x="10974228" y="2209800"/>
            <a:chExt cx="122872" cy="298989"/>
          </a:xfrm>
        </p:grpSpPr>
        <p:sp>
          <p:nvSpPr>
            <p:cNvPr id="241" name="Oval 240"/>
            <p:cNvSpPr/>
            <p:nvPr/>
          </p:nvSpPr>
          <p:spPr>
            <a:xfrm>
              <a:off x="11002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2" name="Rounded Rectangle 241"/>
            <p:cNvSpPr/>
            <p:nvPr/>
          </p:nvSpPr>
          <p:spPr>
            <a:xfrm>
              <a:off x="10974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3" name="Rectangle 242"/>
            <p:cNvSpPr/>
            <p:nvPr/>
          </p:nvSpPr>
          <p:spPr>
            <a:xfrm>
              <a:off x="10982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4" name="Rectangle 243"/>
            <p:cNvSpPr/>
            <p:nvPr/>
          </p:nvSpPr>
          <p:spPr>
            <a:xfrm>
              <a:off x="11047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45" name="Person48"/>
          <p:cNvGrpSpPr/>
          <p:nvPr/>
        </p:nvGrpSpPr>
        <p:grpSpPr>
          <a:xfrm>
            <a:off x="11164728" y="2209800"/>
            <a:ext cx="122872" cy="298989"/>
            <a:chOff x="11164728" y="2209800"/>
            <a:chExt cx="122872" cy="298989"/>
          </a:xfrm>
        </p:grpSpPr>
        <p:sp>
          <p:nvSpPr>
            <p:cNvPr id="246" name="Oval 245"/>
            <p:cNvSpPr/>
            <p:nvPr/>
          </p:nvSpPr>
          <p:spPr>
            <a:xfrm>
              <a:off x="111933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7" name="Rounded Rectangle 246"/>
            <p:cNvSpPr/>
            <p:nvPr/>
          </p:nvSpPr>
          <p:spPr>
            <a:xfrm>
              <a:off x="111647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8" name="Rectangle 247"/>
            <p:cNvSpPr/>
            <p:nvPr/>
          </p:nvSpPr>
          <p:spPr>
            <a:xfrm>
              <a:off x="111729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9" name="Rectangle 248"/>
            <p:cNvSpPr/>
            <p:nvPr/>
          </p:nvSpPr>
          <p:spPr>
            <a:xfrm>
              <a:off x="112384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0" name="Person49"/>
          <p:cNvGrpSpPr/>
          <p:nvPr/>
        </p:nvGrpSpPr>
        <p:grpSpPr>
          <a:xfrm>
            <a:off x="11355228" y="2209800"/>
            <a:ext cx="122872" cy="298989"/>
            <a:chOff x="11355228" y="2209800"/>
            <a:chExt cx="122872" cy="298989"/>
          </a:xfrm>
        </p:grpSpPr>
        <p:sp>
          <p:nvSpPr>
            <p:cNvPr id="251" name="Oval 250"/>
            <p:cNvSpPr/>
            <p:nvPr/>
          </p:nvSpPr>
          <p:spPr>
            <a:xfrm>
              <a:off x="11383899" y="22098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2" name="Rounded Rectangle 251"/>
            <p:cNvSpPr/>
            <p:nvPr/>
          </p:nvSpPr>
          <p:spPr>
            <a:xfrm>
              <a:off x="11355228" y="22958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3" name="Rectangle 252"/>
            <p:cNvSpPr/>
            <p:nvPr/>
          </p:nvSpPr>
          <p:spPr>
            <a:xfrm>
              <a:off x="11363420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4" name="Rectangle 253"/>
            <p:cNvSpPr/>
            <p:nvPr/>
          </p:nvSpPr>
          <p:spPr>
            <a:xfrm>
              <a:off x="11428952" y="23900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55" name="Person50"/>
          <p:cNvGrpSpPr/>
          <p:nvPr/>
        </p:nvGrpSpPr>
        <p:grpSpPr>
          <a:xfrm>
            <a:off x="6783228" y="2609850"/>
            <a:ext cx="122872" cy="298989"/>
            <a:chOff x="6783228" y="2609850"/>
            <a:chExt cx="122872" cy="298989"/>
          </a:xfrm>
        </p:grpSpPr>
        <p:sp>
          <p:nvSpPr>
            <p:cNvPr id="256" name="Oval 255"/>
            <p:cNvSpPr/>
            <p:nvPr/>
          </p:nvSpPr>
          <p:spPr>
            <a:xfrm>
              <a:off x="681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7" name="Rounded Rectangle 256"/>
            <p:cNvSpPr/>
            <p:nvPr/>
          </p:nvSpPr>
          <p:spPr>
            <a:xfrm>
              <a:off x="678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8" name="Rectangle 257"/>
            <p:cNvSpPr/>
            <p:nvPr/>
          </p:nvSpPr>
          <p:spPr>
            <a:xfrm>
              <a:off x="679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9" name="Rectangle 258"/>
            <p:cNvSpPr/>
            <p:nvPr/>
          </p:nvSpPr>
          <p:spPr>
            <a:xfrm>
              <a:off x="685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0" name="Person51"/>
          <p:cNvGrpSpPr/>
          <p:nvPr/>
        </p:nvGrpSpPr>
        <p:grpSpPr>
          <a:xfrm>
            <a:off x="6973728" y="2609850"/>
            <a:ext cx="122872" cy="298989"/>
            <a:chOff x="6973728" y="2609850"/>
            <a:chExt cx="122872" cy="298989"/>
          </a:xfrm>
        </p:grpSpPr>
        <p:sp>
          <p:nvSpPr>
            <p:cNvPr id="261" name="Oval 260"/>
            <p:cNvSpPr/>
            <p:nvPr/>
          </p:nvSpPr>
          <p:spPr>
            <a:xfrm>
              <a:off x="7002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2" name="Rounded Rectangle 261"/>
            <p:cNvSpPr/>
            <p:nvPr/>
          </p:nvSpPr>
          <p:spPr>
            <a:xfrm>
              <a:off x="697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3" name="Rectangle 262"/>
            <p:cNvSpPr/>
            <p:nvPr/>
          </p:nvSpPr>
          <p:spPr>
            <a:xfrm>
              <a:off x="698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4" name="Rectangle 263"/>
            <p:cNvSpPr/>
            <p:nvPr/>
          </p:nvSpPr>
          <p:spPr>
            <a:xfrm>
              <a:off x="704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65" name="Person52"/>
          <p:cNvGrpSpPr/>
          <p:nvPr/>
        </p:nvGrpSpPr>
        <p:grpSpPr>
          <a:xfrm>
            <a:off x="7164228" y="2609850"/>
            <a:ext cx="122872" cy="298989"/>
            <a:chOff x="7164228" y="2609850"/>
            <a:chExt cx="122872" cy="298989"/>
          </a:xfrm>
        </p:grpSpPr>
        <p:sp>
          <p:nvSpPr>
            <p:cNvPr id="266" name="Oval 265"/>
            <p:cNvSpPr/>
            <p:nvPr/>
          </p:nvSpPr>
          <p:spPr>
            <a:xfrm>
              <a:off x="719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7" name="Rounded Rectangle 266"/>
            <p:cNvSpPr/>
            <p:nvPr/>
          </p:nvSpPr>
          <p:spPr>
            <a:xfrm>
              <a:off x="716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8" name="Rectangle 267"/>
            <p:cNvSpPr/>
            <p:nvPr/>
          </p:nvSpPr>
          <p:spPr>
            <a:xfrm>
              <a:off x="717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9" name="Rectangle 268"/>
            <p:cNvSpPr/>
            <p:nvPr/>
          </p:nvSpPr>
          <p:spPr>
            <a:xfrm>
              <a:off x="723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0" name="Person53"/>
          <p:cNvGrpSpPr/>
          <p:nvPr/>
        </p:nvGrpSpPr>
        <p:grpSpPr>
          <a:xfrm>
            <a:off x="7354728" y="2609850"/>
            <a:ext cx="122872" cy="298989"/>
            <a:chOff x="7354728" y="2609850"/>
            <a:chExt cx="122872" cy="298989"/>
          </a:xfrm>
        </p:grpSpPr>
        <p:sp>
          <p:nvSpPr>
            <p:cNvPr id="271" name="Oval 270"/>
            <p:cNvSpPr/>
            <p:nvPr/>
          </p:nvSpPr>
          <p:spPr>
            <a:xfrm>
              <a:off x="738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2" name="Rounded Rectangle 271"/>
            <p:cNvSpPr/>
            <p:nvPr/>
          </p:nvSpPr>
          <p:spPr>
            <a:xfrm>
              <a:off x="735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3" name="Rectangle 272"/>
            <p:cNvSpPr/>
            <p:nvPr/>
          </p:nvSpPr>
          <p:spPr>
            <a:xfrm>
              <a:off x="736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4" name="Rectangle 273"/>
            <p:cNvSpPr/>
            <p:nvPr/>
          </p:nvSpPr>
          <p:spPr>
            <a:xfrm>
              <a:off x="742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75" name="Person54"/>
          <p:cNvGrpSpPr/>
          <p:nvPr/>
        </p:nvGrpSpPr>
        <p:grpSpPr>
          <a:xfrm>
            <a:off x="7545228" y="2609850"/>
            <a:ext cx="122872" cy="298989"/>
            <a:chOff x="7545228" y="2609850"/>
            <a:chExt cx="122872" cy="298989"/>
          </a:xfrm>
        </p:grpSpPr>
        <p:sp>
          <p:nvSpPr>
            <p:cNvPr id="276" name="Oval 275"/>
            <p:cNvSpPr/>
            <p:nvPr/>
          </p:nvSpPr>
          <p:spPr>
            <a:xfrm>
              <a:off x="757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7" name="Rounded Rectangle 276"/>
            <p:cNvSpPr/>
            <p:nvPr/>
          </p:nvSpPr>
          <p:spPr>
            <a:xfrm>
              <a:off x="754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8" name="Rectangle 277"/>
            <p:cNvSpPr/>
            <p:nvPr/>
          </p:nvSpPr>
          <p:spPr>
            <a:xfrm>
              <a:off x="755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9" name="Rectangle 278"/>
            <p:cNvSpPr/>
            <p:nvPr/>
          </p:nvSpPr>
          <p:spPr>
            <a:xfrm>
              <a:off x="761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0" name="Person55"/>
          <p:cNvGrpSpPr/>
          <p:nvPr/>
        </p:nvGrpSpPr>
        <p:grpSpPr>
          <a:xfrm>
            <a:off x="7735728" y="2609850"/>
            <a:ext cx="122872" cy="298989"/>
            <a:chOff x="7735728" y="2609850"/>
            <a:chExt cx="122872" cy="298989"/>
          </a:xfrm>
        </p:grpSpPr>
        <p:sp>
          <p:nvSpPr>
            <p:cNvPr id="281" name="Oval 280"/>
            <p:cNvSpPr/>
            <p:nvPr/>
          </p:nvSpPr>
          <p:spPr>
            <a:xfrm>
              <a:off x="77643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2" name="Rounded Rectangle 281"/>
            <p:cNvSpPr/>
            <p:nvPr/>
          </p:nvSpPr>
          <p:spPr>
            <a:xfrm>
              <a:off x="7735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3" name="Rectangle 282"/>
            <p:cNvSpPr/>
            <p:nvPr/>
          </p:nvSpPr>
          <p:spPr>
            <a:xfrm>
              <a:off x="7743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4" name="Rectangle 283"/>
            <p:cNvSpPr/>
            <p:nvPr/>
          </p:nvSpPr>
          <p:spPr>
            <a:xfrm>
              <a:off x="7809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5" name="Person56"/>
          <p:cNvGrpSpPr/>
          <p:nvPr/>
        </p:nvGrpSpPr>
        <p:grpSpPr>
          <a:xfrm>
            <a:off x="7926228" y="2609850"/>
            <a:ext cx="122872" cy="298989"/>
            <a:chOff x="7926228" y="2609850"/>
            <a:chExt cx="122872" cy="298989"/>
          </a:xfrm>
        </p:grpSpPr>
        <p:sp>
          <p:nvSpPr>
            <p:cNvPr id="286" name="Oval 285"/>
            <p:cNvSpPr/>
            <p:nvPr/>
          </p:nvSpPr>
          <p:spPr>
            <a:xfrm>
              <a:off x="7954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7" name="Rounded Rectangle 286"/>
            <p:cNvSpPr/>
            <p:nvPr/>
          </p:nvSpPr>
          <p:spPr>
            <a:xfrm>
              <a:off x="7926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8" name="Rectangle 287"/>
            <p:cNvSpPr/>
            <p:nvPr/>
          </p:nvSpPr>
          <p:spPr>
            <a:xfrm>
              <a:off x="7934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9" name="Rectangle 288"/>
            <p:cNvSpPr/>
            <p:nvPr/>
          </p:nvSpPr>
          <p:spPr>
            <a:xfrm>
              <a:off x="7999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0" name="Person57"/>
          <p:cNvGrpSpPr/>
          <p:nvPr/>
        </p:nvGrpSpPr>
        <p:grpSpPr>
          <a:xfrm>
            <a:off x="8116728" y="2609850"/>
            <a:ext cx="122872" cy="298989"/>
            <a:chOff x="8116728" y="2609850"/>
            <a:chExt cx="122872" cy="298989"/>
          </a:xfrm>
        </p:grpSpPr>
        <p:sp>
          <p:nvSpPr>
            <p:cNvPr id="291" name="Oval 290"/>
            <p:cNvSpPr/>
            <p:nvPr/>
          </p:nvSpPr>
          <p:spPr>
            <a:xfrm>
              <a:off x="8145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2" name="Rounded Rectangle 291"/>
            <p:cNvSpPr/>
            <p:nvPr/>
          </p:nvSpPr>
          <p:spPr>
            <a:xfrm>
              <a:off x="8116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3" name="Rectangle 292"/>
            <p:cNvSpPr/>
            <p:nvPr/>
          </p:nvSpPr>
          <p:spPr>
            <a:xfrm>
              <a:off x="8124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4" name="Rectangle 293"/>
            <p:cNvSpPr/>
            <p:nvPr/>
          </p:nvSpPr>
          <p:spPr>
            <a:xfrm>
              <a:off x="8190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95" name="Person58"/>
          <p:cNvGrpSpPr/>
          <p:nvPr/>
        </p:nvGrpSpPr>
        <p:grpSpPr>
          <a:xfrm>
            <a:off x="8307228" y="2609850"/>
            <a:ext cx="122872" cy="298989"/>
            <a:chOff x="8307228" y="2609850"/>
            <a:chExt cx="122872" cy="298989"/>
          </a:xfrm>
        </p:grpSpPr>
        <p:sp>
          <p:nvSpPr>
            <p:cNvPr id="296" name="Oval 295"/>
            <p:cNvSpPr/>
            <p:nvPr/>
          </p:nvSpPr>
          <p:spPr>
            <a:xfrm>
              <a:off x="8335898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7" name="Rounded Rectangle 296"/>
            <p:cNvSpPr/>
            <p:nvPr/>
          </p:nvSpPr>
          <p:spPr>
            <a:xfrm>
              <a:off x="8307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8" name="Rectangle 297"/>
            <p:cNvSpPr/>
            <p:nvPr/>
          </p:nvSpPr>
          <p:spPr>
            <a:xfrm>
              <a:off x="8315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9" name="Rectangle 298"/>
            <p:cNvSpPr/>
            <p:nvPr/>
          </p:nvSpPr>
          <p:spPr>
            <a:xfrm>
              <a:off x="8380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0" name="Person59"/>
          <p:cNvGrpSpPr/>
          <p:nvPr/>
        </p:nvGrpSpPr>
        <p:grpSpPr>
          <a:xfrm>
            <a:off x="8497728" y="2609850"/>
            <a:ext cx="122872" cy="298989"/>
            <a:chOff x="8497728" y="2609850"/>
            <a:chExt cx="122872" cy="298989"/>
          </a:xfrm>
        </p:grpSpPr>
        <p:sp>
          <p:nvSpPr>
            <p:cNvPr id="301" name="Oval 300"/>
            <p:cNvSpPr/>
            <p:nvPr/>
          </p:nvSpPr>
          <p:spPr>
            <a:xfrm>
              <a:off x="8526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2" name="Rounded Rectangle 301"/>
            <p:cNvSpPr/>
            <p:nvPr/>
          </p:nvSpPr>
          <p:spPr>
            <a:xfrm>
              <a:off x="8497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3" name="Rectangle 302"/>
            <p:cNvSpPr/>
            <p:nvPr/>
          </p:nvSpPr>
          <p:spPr>
            <a:xfrm>
              <a:off x="8505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4" name="Rectangle 303"/>
            <p:cNvSpPr/>
            <p:nvPr/>
          </p:nvSpPr>
          <p:spPr>
            <a:xfrm>
              <a:off x="8571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05" name="Person60"/>
          <p:cNvGrpSpPr/>
          <p:nvPr/>
        </p:nvGrpSpPr>
        <p:grpSpPr>
          <a:xfrm>
            <a:off x="8688228" y="2609850"/>
            <a:ext cx="122872" cy="298989"/>
            <a:chOff x="8688228" y="2609850"/>
            <a:chExt cx="122872" cy="298989"/>
          </a:xfrm>
        </p:grpSpPr>
        <p:sp>
          <p:nvSpPr>
            <p:cNvPr id="306" name="Oval 305"/>
            <p:cNvSpPr/>
            <p:nvPr/>
          </p:nvSpPr>
          <p:spPr>
            <a:xfrm>
              <a:off x="8716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7" name="Rounded Rectangle 306"/>
            <p:cNvSpPr/>
            <p:nvPr/>
          </p:nvSpPr>
          <p:spPr>
            <a:xfrm>
              <a:off x="8688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8" name="Rectangle 307"/>
            <p:cNvSpPr/>
            <p:nvPr/>
          </p:nvSpPr>
          <p:spPr>
            <a:xfrm>
              <a:off x="8696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9" name="Rectangle 308"/>
            <p:cNvSpPr/>
            <p:nvPr/>
          </p:nvSpPr>
          <p:spPr>
            <a:xfrm>
              <a:off x="8761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0" name="Person61"/>
          <p:cNvGrpSpPr/>
          <p:nvPr/>
        </p:nvGrpSpPr>
        <p:grpSpPr>
          <a:xfrm>
            <a:off x="8878728" y="2609850"/>
            <a:ext cx="122872" cy="298989"/>
            <a:chOff x="8878728" y="2609850"/>
            <a:chExt cx="122872" cy="298989"/>
          </a:xfrm>
        </p:grpSpPr>
        <p:sp>
          <p:nvSpPr>
            <p:cNvPr id="311" name="Oval 310"/>
            <p:cNvSpPr/>
            <p:nvPr/>
          </p:nvSpPr>
          <p:spPr>
            <a:xfrm>
              <a:off x="8907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2" name="Rounded Rectangle 311"/>
            <p:cNvSpPr/>
            <p:nvPr/>
          </p:nvSpPr>
          <p:spPr>
            <a:xfrm>
              <a:off x="8878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3" name="Rectangle 312"/>
            <p:cNvSpPr/>
            <p:nvPr/>
          </p:nvSpPr>
          <p:spPr>
            <a:xfrm>
              <a:off x="8886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4" name="Rectangle 313"/>
            <p:cNvSpPr/>
            <p:nvPr/>
          </p:nvSpPr>
          <p:spPr>
            <a:xfrm>
              <a:off x="8952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15" name="Person62"/>
          <p:cNvGrpSpPr/>
          <p:nvPr/>
        </p:nvGrpSpPr>
        <p:grpSpPr>
          <a:xfrm>
            <a:off x="9069228" y="2609850"/>
            <a:ext cx="122872" cy="298989"/>
            <a:chOff x="9069228" y="2609850"/>
            <a:chExt cx="122872" cy="298989"/>
          </a:xfrm>
        </p:grpSpPr>
        <p:sp>
          <p:nvSpPr>
            <p:cNvPr id="316" name="Oval 315"/>
            <p:cNvSpPr/>
            <p:nvPr/>
          </p:nvSpPr>
          <p:spPr>
            <a:xfrm>
              <a:off x="9097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7" name="Rounded Rectangle 316"/>
            <p:cNvSpPr/>
            <p:nvPr/>
          </p:nvSpPr>
          <p:spPr>
            <a:xfrm>
              <a:off x="9069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8" name="Rectangle 317"/>
            <p:cNvSpPr/>
            <p:nvPr/>
          </p:nvSpPr>
          <p:spPr>
            <a:xfrm>
              <a:off x="9077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9" name="Rectangle 318"/>
            <p:cNvSpPr/>
            <p:nvPr/>
          </p:nvSpPr>
          <p:spPr>
            <a:xfrm>
              <a:off x="9142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0" name="Person63"/>
          <p:cNvGrpSpPr/>
          <p:nvPr/>
        </p:nvGrpSpPr>
        <p:grpSpPr>
          <a:xfrm>
            <a:off x="9259728" y="2609850"/>
            <a:ext cx="122872" cy="298989"/>
            <a:chOff x="9259728" y="2609850"/>
            <a:chExt cx="122872" cy="298989"/>
          </a:xfrm>
        </p:grpSpPr>
        <p:sp>
          <p:nvSpPr>
            <p:cNvPr id="321" name="Oval 320"/>
            <p:cNvSpPr/>
            <p:nvPr/>
          </p:nvSpPr>
          <p:spPr>
            <a:xfrm>
              <a:off x="9288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2" name="Rounded Rectangle 321"/>
            <p:cNvSpPr/>
            <p:nvPr/>
          </p:nvSpPr>
          <p:spPr>
            <a:xfrm>
              <a:off x="9259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3" name="Rectangle 322"/>
            <p:cNvSpPr/>
            <p:nvPr/>
          </p:nvSpPr>
          <p:spPr>
            <a:xfrm>
              <a:off x="9267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4" name="Rectangle 323"/>
            <p:cNvSpPr/>
            <p:nvPr/>
          </p:nvSpPr>
          <p:spPr>
            <a:xfrm>
              <a:off x="9333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25" name="Person64"/>
          <p:cNvGrpSpPr/>
          <p:nvPr/>
        </p:nvGrpSpPr>
        <p:grpSpPr>
          <a:xfrm>
            <a:off x="9450228" y="2609850"/>
            <a:ext cx="122872" cy="298989"/>
            <a:chOff x="9450228" y="2609850"/>
            <a:chExt cx="122872" cy="298989"/>
          </a:xfrm>
        </p:grpSpPr>
        <p:sp>
          <p:nvSpPr>
            <p:cNvPr id="326" name="Oval 325"/>
            <p:cNvSpPr/>
            <p:nvPr/>
          </p:nvSpPr>
          <p:spPr>
            <a:xfrm>
              <a:off x="9478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7" name="Rounded Rectangle 326"/>
            <p:cNvSpPr/>
            <p:nvPr/>
          </p:nvSpPr>
          <p:spPr>
            <a:xfrm>
              <a:off x="9450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8" name="Rectangle 327"/>
            <p:cNvSpPr/>
            <p:nvPr/>
          </p:nvSpPr>
          <p:spPr>
            <a:xfrm>
              <a:off x="9458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9" name="Rectangle 328"/>
            <p:cNvSpPr/>
            <p:nvPr/>
          </p:nvSpPr>
          <p:spPr>
            <a:xfrm>
              <a:off x="9523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0" name="Person65"/>
          <p:cNvGrpSpPr/>
          <p:nvPr/>
        </p:nvGrpSpPr>
        <p:grpSpPr>
          <a:xfrm>
            <a:off x="9640728" y="2609850"/>
            <a:ext cx="122872" cy="298989"/>
            <a:chOff x="9640728" y="2609850"/>
            <a:chExt cx="122872" cy="298989"/>
          </a:xfrm>
        </p:grpSpPr>
        <p:sp>
          <p:nvSpPr>
            <p:cNvPr id="331" name="Oval 330"/>
            <p:cNvSpPr/>
            <p:nvPr/>
          </p:nvSpPr>
          <p:spPr>
            <a:xfrm>
              <a:off x="9669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2" name="Rounded Rectangle 331"/>
            <p:cNvSpPr/>
            <p:nvPr/>
          </p:nvSpPr>
          <p:spPr>
            <a:xfrm>
              <a:off x="9640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3" name="Rectangle 332"/>
            <p:cNvSpPr/>
            <p:nvPr/>
          </p:nvSpPr>
          <p:spPr>
            <a:xfrm>
              <a:off x="9648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4" name="Rectangle 333"/>
            <p:cNvSpPr/>
            <p:nvPr/>
          </p:nvSpPr>
          <p:spPr>
            <a:xfrm>
              <a:off x="9714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35" name="Person66"/>
          <p:cNvGrpSpPr/>
          <p:nvPr/>
        </p:nvGrpSpPr>
        <p:grpSpPr>
          <a:xfrm>
            <a:off x="9831228" y="2609850"/>
            <a:ext cx="122872" cy="298989"/>
            <a:chOff x="9831228" y="2609850"/>
            <a:chExt cx="122872" cy="298989"/>
          </a:xfrm>
        </p:grpSpPr>
        <p:sp>
          <p:nvSpPr>
            <p:cNvPr id="336" name="Oval 335"/>
            <p:cNvSpPr/>
            <p:nvPr/>
          </p:nvSpPr>
          <p:spPr>
            <a:xfrm>
              <a:off x="9859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7" name="Rounded Rectangle 336"/>
            <p:cNvSpPr/>
            <p:nvPr/>
          </p:nvSpPr>
          <p:spPr>
            <a:xfrm>
              <a:off x="9831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8" name="Rectangle 337"/>
            <p:cNvSpPr/>
            <p:nvPr/>
          </p:nvSpPr>
          <p:spPr>
            <a:xfrm>
              <a:off x="9839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9" name="Rectangle 338"/>
            <p:cNvSpPr/>
            <p:nvPr/>
          </p:nvSpPr>
          <p:spPr>
            <a:xfrm>
              <a:off x="9904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0" name="Person67"/>
          <p:cNvGrpSpPr/>
          <p:nvPr/>
        </p:nvGrpSpPr>
        <p:grpSpPr>
          <a:xfrm>
            <a:off x="10021728" y="2609850"/>
            <a:ext cx="122872" cy="298989"/>
            <a:chOff x="10021728" y="2609850"/>
            <a:chExt cx="122872" cy="298989"/>
          </a:xfrm>
        </p:grpSpPr>
        <p:sp>
          <p:nvSpPr>
            <p:cNvPr id="341" name="Oval 340"/>
            <p:cNvSpPr/>
            <p:nvPr/>
          </p:nvSpPr>
          <p:spPr>
            <a:xfrm>
              <a:off x="10050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2" name="Rounded Rectangle 341"/>
            <p:cNvSpPr/>
            <p:nvPr/>
          </p:nvSpPr>
          <p:spPr>
            <a:xfrm>
              <a:off x="10021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3" name="Rectangle 342"/>
            <p:cNvSpPr/>
            <p:nvPr/>
          </p:nvSpPr>
          <p:spPr>
            <a:xfrm>
              <a:off x="10029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4" name="Rectangle 343"/>
            <p:cNvSpPr/>
            <p:nvPr/>
          </p:nvSpPr>
          <p:spPr>
            <a:xfrm>
              <a:off x="10095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45" name="Person68"/>
          <p:cNvGrpSpPr/>
          <p:nvPr/>
        </p:nvGrpSpPr>
        <p:grpSpPr>
          <a:xfrm>
            <a:off x="10212228" y="2609850"/>
            <a:ext cx="122872" cy="298989"/>
            <a:chOff x="10212228" y="2609850"/>
            <a:chExt cx="122872" cy="298989"/>
          </a:xfrm>
        </p:grpSpPr>
        <p:sp>
          <p:nvSpPr>
            <p:cNvPr id="346" name="Oval 345"/>
            <p:cNvSpPr/>
            <p:nvPr/>
          </p:nvSpPr>
          <p:spPr>
            <a:xfrm>
              <a:off x="10240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7" name="Rounded Rectangle 346"/>
            <p:cNvSpPr/>
            <p:nvPr/>
          </p:nvSpPr>
          <p:spPr>
            <a:xfrm>
              <a:off x="10212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8" name="Rectangle 347"/>
            <p:cNvSpPr/>
            <p:nvPr/>
          </p:nvSpPr>
          <p:spPr>
            <a:xfrm>
              <a:off x="10220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9" name="Rectangle 348"/>
            <p:cNvSpPr/>
            <p:nvPr/>
          </p:nvSpPr>
          <p:spPr>
            <a:xfrm>
              <a:off x="10285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0" name="Person69"/>
          <p:cNvGrpSpPr/>
          <p:nvPr/>
        </p:nvGrpSpPr>
        <p:grpSpPr>
          <a:xfrm>
            <a:off x="10402728" y="2609850"/>
            <a:ext cx="122872" cy="298989"/>
            <a:chOff x="10402728" y="2609850"/>
            <a:chExt cx="122872" cy="298989"/>
          </a:xfrm>
        </p:grpSpPr>
        <p:sp>
          <p:nvSpPr>
            <p:cNvPr id="351" name="Oval 350"/>
            <p:cNvSpPr/>
            <p:nvPr/>
          </p:nvSpPr>
          <p:spPr>
            <a:xfrm>
              <a:off x="10431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2" name="Rounded Rectangle 351"/>
            <p:cNvSpPr/>
            <p:nvPr/>
          </p:nvSpPr>
          <p:spPr>
            <a:xfrm>
              <a:off x="10402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3" name="Rectangle 352"/>
            <p:cNvSpPr/>
            <p:nvPr/>
          </p:nvSpPr>
          <p:spPr>
            <a:xfrm>
              <a:off x="10410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4" name="Rectangle 353"/>
            <p:cNvSpPr/>
            <p:nvPr/>
          </p:nvSpPr>
          <p:spPr>
            <a:xfrm>
              <a:off x="10476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5" name="Person70"/>
          <p:cNvGrpSpPr/>
          <p:nvPr/>
        </p:nvGrpSpPr>
        <p:grpSpPr>
          <a:xfrm>
            <a:off x="10593228" y="2609850"/>
            <a:ext cx="122872" cy="298989"/>
            <a:chOff x="10593228" y="2609850"/>
            <a:chExt cx="122872" cy="298989"/>
          </a:xfrm>
        </p:grpSpPr>
        <p:sp>
          <p:nvSpPr>
            <p:cNvPr id="356" name="Oval 355"/>
            <p:cNvSpPr/>
            <p:nvPr/>
          </p:nvSpPr>
          <p:spPr>
            <a:xfrm>
              <a:off x="10621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7" name="Rounded Rectangle 356"/>
            <p:cNvSpPr/>
            <p:nvPr/>
          </p:nvSpPr>
          <p:spPr>
            <a:xfrm>
              <a:off x="10593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8" name="Rectangle 357"/>
            <p:cNvSpPr/>
            <p:nvPr/>
          </p:nvSpPr>
          <p:spPr>
            <a:xfrm>
              <a:off x="10601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9" name="Rectangle 358"/>
            <p:cNvSpPr/>
            <p:nvPr/>
          </p:nvSpPr>
          <p:spPr>
            <a:xfrm>
              <a:off x="10666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0" name="Person71"/>
          <p:cNvGrpSpPr/>
          <p:nvPr/>
        </p:nvGrpSpPr>
        <p:grpSpPr>
          <a:xfrm>
            <a:off x="10783728" y="2609850"/>
            <a:ext cx="122872" cy="298989"/>
            <a:chOff x="10783728" y="2609850"/>
            <a:chExt cx="122872" cy="298989"/>
          </a:xfrm>
        </p:grpSpPr>
        <p:sp>
          <p:nvSpPr>
            <p:cNvPr id="361" name="Oval 360"/>
            <p:cNvSpPr/>
            <p:nvPr/>
          </p:nvSpPr>
          <p:spPr>
            <a:xfrm>
              <a:off x="10812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2" name="Rounded Rectangle 361"/>
            <p:cNvSpPr/>
            <p:nvPr/>
          </p:nvSpPr>
          <p:spPr>
            <a:xfrm>
              <a:off x="10783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3" name="Rectangle 362"/>
            <p:cNvSpPr/>
            <p:nvPr/>
          </p:nvSpPr>
          <p:spPr>
            <a:xfrm>
              <a:off x="10791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4" name="Rectangle 363"/>
            <p:cNvSpPr/>
            <p:nvPr/>
          </p:nvSpPr>
          <p:spPr>
            <a:xfrm>
              <a:off x="10857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65" name="Person72"/>
          <p:cNvGrpSpPr/>
          <p:nvPr/>
        </p:nvGrpSpPr>
        <p:grpSpPr>
          <a:xfrm>
            <a:off x="10974228" y="2609850"/>
            <a:ext cx="122872" cy="298989"/>
            <a:chOff x="10974228" y="2609850"/>
            <a:chExt cx="122872" cy="298989"/>
          </a:xfrm>
        </p:grpSpPr>
        <p:sp>
          <p:nvSpPr>
            <p:cNvPr id="366" name="Oval 365"/>
            <p:cNvSpPr/>
            <p:nvPr/>
          </p:nvSpPr>
          <p:spPr>
            <a:xfrm>
              <a:off x="11002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7" name="Rounded Rectangle 366"/>
            <p:cNvSpPr/>
            <p:nvPr/>
          </p:nvSpPr>
          <p:spPr>
            <a:xfrm>
              <a:off x="10974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8" name="Rectangle 367"/>
            <p:cNvSpPr/>
            <p:nvPr/>
          </p:nvSpPr>
          <p:spPr>
            <a:xfrm>
              <a:off x="10982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9" name="Rectangle 368"/>
            <p:cNvSpPr/>
            <p:nvPr/>
          </p:nvSpPr>
          <p:spPr>
            <a:xfrm>
              <a:off x="11047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0" name="Person73"/>
          <p:cNvGrpSpPr/>
          <p:nvPr/>
        </p:nvGrpSpPr>
        <p:grpSpPr>
          <a:xfrm>
            <a:off x="11164728" y="2609850"/>
            <a:ext cx="122872" cy="298989"/>
            <a:chOff x="11164728" y="2609850"/>
            <a:chExt cx="122872" cy="298989"/>
          </a:xfrm>
        </p:grpSpPr>
        <p:sp>
          <p:nvSpPr>
            <p:cNvPr id="371" name="Oval 370"/>
            <p:cNvSpPr/>
            <p:nvPr/>
          </p:nvSpPr>
          <p:spPr>
            <a:xfrm>
              <a:off x="111933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2" name="Rounded Rectangle 371"/>
            <p:cNvSpPr/>
            <p:nvPr/>
          </p:nvSpPr>
          <p:spPr>
            <a:xfrm>
              <a:off x="111647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3" name="Rectangle 372"/>
            <p:cNvSpPr/>
            <p:nvPr/>
          </p:nvSpPr>
          <p:spPr>
            <a:xfrm>
              <a:off x="111729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4" name="Rectangle 373"/>
            <p:cNvSpPr/>
            <p:nvPr/>
          </p:nvSpPr>
          <p:spPr>
            <a:xfrm>
              <a:off x="112384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75" name="Person74"/>
          <p:cNvGrpSpPr/>
          <p:nvPr/>
        </p:nvGrpSpPr>
        <p:grpSpPr>
          <a:xfrm>
            <a:off x="11355228" y="2609850"/>
            <a:ext cx="122872" cy="298989"/>
            <a:chOff x="11355228" y="2609850"/>
            <a:chExt cx="122872" cy="298989"/>
          </a:xfrm>
        </p:grpSpPr>
        <p:sp>
          <p:nvSpPr>
            <p:cNvPr id="376" name="Oval 375"/>
            <p:cNvSpPr/>
            <p:nvPr/>
          </p:nvSpPr>
          <p:spPr>
            <a:xfrm>
              <a:off x="11383899" y="26098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7" name="Rounded Rectangle 376"/>
            <p:cNvSpPr/>
            <p:nvPr/>
          </p:nvSpPr>
          <p:spPr>
            <a:xfrm>
              <a:off x="11355228" y="26958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8" name="Rectangle 377"/>
            <p:cNvSpPr/>
            <p:nvPr/>
          </p:nvSpPr>
          <p:spPr>
            <a:xfrm>
              <a:off x="11363420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9" name="Rectangle 378"/>
            <p:cNvSpPr/>
            <p:nvPr/>
          </p:nvSpPr>
          <p:spPr>
            <a:xfrm>
              <a:off x="11428952" y="27900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0" name="Person75"/>
          <p:cNvGrpSpPr/>
          <p:nvPr/>
        </p:nvGrpSpPr>
        <p:grpSpPr>
          <a:xfrm>
            <a:off x="6783228" y="3009900"/>
            <a:ext cx="122872" cy="298989"/>
            <a:chOff x="6783228" y="3009900"/>
            <a:chExt cx="122872" cy="298989"/>
          </a:xfrm>
        </p:grpSpPr>
        <p:sp>
          <p:nvSpPr>
            <p:cNvPr id="381" name="Oval 380"/>
            <p:cNvSpPr/>
            <p:nvPr/>
          </p:nvSpPr>
          <p:spPr>
            <a:xfrm>
              <a:off x="681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2" name="Rounded Rectangle 381"/>
            <p:cNvSpPr/>
            <p:nvPr/>
          </p:nvSpPr>
          <p:spPr>
            <a:xfrm>
              <a:off x="678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3" name="Rectangle 382"/>
            <p:cNvSpPr/>
            <p:nvPr/>
          </p:nvSpPr>
          <p:spPr>
            <a:xfrm>
              <a:off x="679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4" name="Rectangle 383"/>
            <p:cNvSpPr/>
            <p:nvPr/>
          </p:nvSpPr>
          <p:spPr>
            <a:xfrm>
              <a:off x="685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85" name="Person76"/>
          <p:cNvGrpSpPr/>
          <p:nvPr/>
        </p:nvGrpSpPr>
        <p:grpSpPr>
          <a:xfrm>
            <a:off x="6973728" y="3009900"/>
            <a:ext cx="122872" cy="298989"/>
            <a:chOff x="6973728" y="3009900"/>
            <a:chExt cx="122872" cy="298989"/>
          </a:xfrm>
        </p:grpSpPr>
        <p:sp>
          <p:nvSpPr>
            <p:cNvPr id="386" name="Oval 385"/>
            <p:cNvSpPr/>
            <p:nvPr/>
          </p:nvSpPr>
          <p:spPr>
            <a:xfrm>
              <a:off x="7002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7" name="Rounded Rectangle 386"/>
            <p:cNvSpPr/>
            <p:nvPr/>
          </p:nvSpPr>
          <p:spPr>
            <a:xfrm>
              <a:off x="697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8" name="Rectangle 387"/>
            <p:cNvSpPr/>
            <p:nvPr/>
          </p:nvSpPr>
          <p:spPr>
            <a:xfrm>
              <a:off x="698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9" name="Rectangle 388"/>
            <p:cNvSpPr/>
            <p:nvPr/>
          </p:nvSpPr>
          <p:spPr>
            <a:xfrm>
              <a:off x="704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0" name="Person77"/>
          <p:cNvGrpSpPr/>
          <p:nvPr/>
        </p:nvGrpSpPr>
        <p:grpSpPr>
          <a:xfrm>
            <a:off x="7164228" y="3009900"/>
            <a:ext cx="122872" cy="298989"/>
            <a:chOff x="7164228" y="3009900"/>
            <a:chExt cx="122872" cy="298989"/>
          </a:xfrm>
        </p:grpSpPr>
        <p:sp>
          <p:nvSpPr>
            <p:cNvPr id="391" name="Oval 390"/>
            <p:cNvSpPr/>
            <p:nvPr/>
          </p:nvSpPr>
          <p:spPr>
            <a:xfrm>
              <a:off x="719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2" name="Rounded Rectangle 391"/>
            <p:cNvSpPr/>
            <p:nvPr/>
          </p:nvSpPr>
          <p:spPr>
            <a:xfrm>
              <a:off x="716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3" name="Rectangle 392"/>
            <p:cNvSpPr/>
            <p:nvPr/>
          </p:nvSpPr>
          <p:spPr>
            <a:xfrm>
              <a:off x="717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4" name="Rectangle 393"/>
            <p:cNvSpPr/>
            <p:nvPr/>
          </p:nvSpPr>
          <p:spPr>
            <a:xfrm>
              <a:off x="723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95" name="Person78"/>
          <p:cNvGrpSpPr/>
          <p:nvPr/>
        </p:nvGrpSpPr>
        <p:grpSpPr>
          <a:xfrm>
            <a:off x="7354728" y="3009900"/>
            <a:ext cx="122872" cy="298989"/>
            <a:chOff x="7354728" y="3009900"/>
            <a:chExt cx="122872" cy="298989"/>
          </a:xfrm>
        </p:grpSpPr>
        <p:sp>
          <p:nvSpPr>
            <p:cNvPr id="396" name="Oval 395"/>
            <p:cNvSpPr/>
            <p:nvPr/>
          </p:nvSpPr>
          <p:spPr>
            <a:xfrm>
              <a:off x="738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7" name="Rounded Rectangle 396"/>
            <p:cNvSpPr/>
            <p:nvPr/>
          </p:nvSpPr>
          <p:spPr>
            <a:xfrm>
              <a:off x="735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8" name="Rectangle 397"/>
            <p:cNvSpPr/>
            <p:nvPr/>
          </p:nvSpPr>
          <p:spPr>
            <a:xfrm>
              <a:off x="736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9" name="Rectangle 398"/>
            <p:cNvSpPr/>
            <p:nvPr/>
          </p:nvSpPr>
          <p:spPr>
            <a:xfrm>
              <a:off x="742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0" name="Person79"/>
          <p:cNvGrpSpPr/>
          <p:nvPr/>
        </p:nvGrpSpPr>
        <p:grpSpPr>
          <a:xfrm>
            <a:off x="7545228" y="3009900"/>
            <a:ext cx="122872" cy="298989"/>
            <a:chOff x="7545228" y="3009900"/>
            <a:chExt cx="122872" cy="298989"/>
          </a:xfrm>
        </p:grpSpPr>
        <p:sp>
          <p:nvSpPr>
            <p:cNvPr id="401" name="Oval 400"/>
            <p:cNvSpPr/>
            <p:nvPr/>
          </p:nvSpPr>
          <p:spPr>
            <a:xfrm>
              <a:off x="757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2" name="Rounded Rectangle 401"/>
            <p:cNvSpPr/>
            <p:nvPr/>
          </p:nvSpPr>
          <p:spPr>
            <a:xfrm>
              <a:off x="754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3" name="Rectangle 402"/>
            <p:cNvSpPr/>
            <p:nvPr/>
          </p:nvSpPr>
          <p:spPr>
            <a:xfrm>
              <a:off x="755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4" name="Rectangle 403"/>
            <p:cNvSpPr/>
            <p:nvPr/>
          </p:nvSpPr>
          <p:spPr>
            <a:xfrm>
              <a:off x="761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05" name="Person80"/>
          <p:cNvGrpSpPr/>
          <p:nvPr/>
        </p:nvGrpSpPr>
        <p:grpSpPr>
          <a:xfrm>
            <a:off x="7735728" y="3009900"/>
            <a:ext cx="122872" cy="298989"/>
            <a:chOff x="7735728" y="3009900"/>
            <a:chExt cx="122872" cy="298989"/>
          </a:xfrm>
        </p:grpSpPr>
        <p:sp>
          <p:nvSpPr>
            <p:cNvPr id="406" name="Oval 405"/>
            <p:cNvSpPr/>
            <p:nvPr/>
          </p:nvSpPr>
          <p:spPr>
            <a:xfrm>
              <a:off x="77643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7" name="Rounded Rectangle 406"/>
            <p:cNvSpPr/>
            <p:nvPr/>
          </p:nvSpPr>
          <p:spPr>
            <a:xfrm>
              <a:off x="7735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8" name="Rectangle 407"/>
            <p:cNvSpPr/>
            <p:nvPr/>
          </p:nvSpPr>
          <p:spPr>
            <a:xfrm>
              <a:off x="7743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9" name="Rectangle 408"/>
            <p:cNvSpPr/>
            <p:nvPr/>
          </p:nvSpPr>
          <p:spPr>
            <a:xfrm>
              <a:off x="7809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0" name="Person81"/>
          <p:cNvGrpSpPr/>
          <p:nvPr/>
        </p:nvGrpSpPr>
        <p:grpSpPr>
          <a:xfrm>
            <a:off x="7926228" y="3009900"/>
            <a:ext cx="122872" cy="298989"/>
            <a:chOff x="7926228" y="3009900"/>
            <a:chExt cx="122872" cy="298989"/>
          </a:xfrm>
        </p:grpSpPr>
        <p:sp>
          <p:nvSpPr>
            <p:cNvPr id="411" name="Oval 410"/>
            <p:cNvSpPr/>
            <p:nvPr/>
          </p:nvSpPr>
          <p:spPr>
            <a:xfrm>
              <a:off x="7954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2" name="Rounded Rectangle 411"/>
            <p:cNvSpPr/>
            <p:nvPr/>
          </p:nvSpPr>
          <p:spPr>
            <a:xfrm>
              <a:off x="7926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3" name="Rectangle 412"/>
            <p:cNvSpPr/>
            <p:nvPr/>
          </p:nvSpPr>
          <p:spPr>
            <a:xfrm>
              <a:off x="7934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4" name="Rectangle 413"/>
            <p:cNvSpPr/>
            <p:nvPr/>
          </p:nvSpPr>
          <p:spPr>
            <a:xfrm>
              <a:off x="7999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15" name="Person82"/>
          <p:cNvGrpSpPr/>
          <p:nvPr/>
        </p:nvGrpSpPr>
        <p:grpSpPr>
          <a:xfrm>
            <a:off x="8116728" y="3009900"/>
            <a:ext cx="122872" cy="298989"/>
            <a:chOff x="8116728" y="3009900"/>
            <a:chExt cx="122872" cy="298989"/>
          </a:xfrm>
        </p:grpSpPr>
        <p:sp>
          <p:nvSpPr>
            <p:cNvPr id="416" name="Oval 415"/>
            <p:cNvSpPr/>
            <p:nvPr/>
          </p:nvSpPr>
          <p:spPr>
            <a:xfrm>
              <a:off x="8145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7" name="Rounded Rectangle 416"/>
            <p:cNvSpPr/>
            <p:nvPr/>
          </p:nvSpPr>
          <p:spPr>
            <a:xfrm>
              <a:off x="8116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8" name="Rectangle 417"/>
            <p:cNvSpPr/>
            <p:nvPr/>
          </p:nvSpPr>
          <p:spPr>
            <a:xfrm>
              <a:off x="8124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9" name="Rectangle 418"/>
            <p:cNvSpPr/>
            <p:nvPr/>
          </p:nvSpPr>
          <p:spPr>
            <a:xfrm>
              <a:off x="8190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0" name="Person83"/>
          <p:cNvGrpSpPr/>
          <p:nvPr/>
        </p:nvGrpSpPr>
        <p:grpSpPr>
          <a:xfrm>
            <a:off x="8307228" y="3009900"/>
            <a:ext cx="122872" cy="298989"/>
            <a:chOff x="8307228" y="3009900"/>
            <a:chExt cx="122872" cy="298989"/>
          </a:xfrm>
        </p:grpSpPr>
        <p:sp>
          <p:nvSpPr>
            <p:cNvPr id="421" name="Oval 420"/>
            <p:cNvSpPr/>
            <p:nvPr/>
          </p:nvSpPr>
          <p:spPr>
            <a:xfrm>
              <a:off x="8335898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2" name="Rounded Rectangle 421"/>
            <p:cNvSpPr/>
            <p:nvPr/>
          </p:nvSpPr>
          <p:spPr>
            <a:xfrm>
              <a:off x="8307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3" name="Rectangle 422"/>
            <p:cNvSpPr/>
            <p:nvPr/>
          </p:nvSpPr>
          <p:spPr>
            <a:xfrm>
              <a:off x="8315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4" name="Rectangle 423"/>
            <p:cNvSpPr/>
            <p:nvPr/>
          </p:nvSpPr>
          <p:spPr>
            <a:xfrm>
              <a:off x="8380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25" name="Person84"/>
          <p:cNvGrpSpPr/>
          <p:nvPr/>
        </p:nvGrpSpPr>
        <p:grpSpPr>
          <a:xfrm>
            <a:off x="8497728" y="3009900"/>
            <a:ext cx="122872" cy="298989"/>
            <a:chOff x="8497728" y="3009900"/>
            <a:chExt cx="122872" cy="298989"/>
          </a:xfrm>
        </p:grpSpPr>
        <p:sp>
          <p:nvSpPr>
            <p:cNvPr id="426" name="Oval 425"/>
            <p:cNvSpPr/>
            <p:nvPr/>
          </p:nvSpPr>
          <p:spPr>
            <a:xfrm>
              <a:off x="8526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7" name="Rounded Rectangle 426"/>
            <p:cNvSpPr/>
            <p:nvPr/>
          </p:nvSpPr>
          <p:spPr>
            <a:xfrm>
              <a:off x="8497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8" name="Rectangle 427"/>
            <p:cNvSpPr/>
            <p:nvPr/>
          </p:nvSpPr>
          <p:spPr>
            <a:xfrm>
              <a:off x="8505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9" name="Rectangle 428"/>
            <p:cNvSpPr/>
            <p:nvPr/>
          </p:nvSpPr>
          <p:spPr>
            <a:xfrm>
              <a:off x="8571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0" name="Person85"/>
          <p:cNvGrpSpPr/>
          <p:nvPr/>
        </p:nvGrpSpPr>
        <p:grpSpPr>
          <a:xfrm>
            <a:off x="8688228" y="3009900"/>
            <a:ext cx="122872" cy="298989"/>
            <a:chOff x="8688228" y="3009900"/>
            <a:chExt cx="122872" cy="298989"/>
          </a:xfrm>
        </p:grpSpPr>
        <p:sp>
          <p:nvSpPr>
            <p:cNvPr id="431" name="Oval 430"/>
            <p:cNvSpPr/>
            <p:nvPr/>
          </p:nvSpPr>
          <p:spPr>
            <a:xfrm>
              <a:off x="8716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2" name="Rounded Rectangle 431"/>
            <p:cNvSpPr/>
            <p:nvPr/>
          </p:nvSpPr>
          <p:spPr>
            <a:xfrm>
              <a:off x="8688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3" name="Rectangle 432"/>
            <p:cNvSpPr/>
            <p:nvPr/>
          </p:nvSpPr>
          <p:spPr>
            <a:xfrm>
              <a:off x="8696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4" name="Rectangle 433"/>
            <p:cNvSpPr/>
            <p:nvPr/>
          </p:nvSpPr>
          <p:spPr>
            <a:xfrm>
              <a:off x="8761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35" name="Person86"/>
          <p:cNvGrpSpPr/>
          <p:nvPr/>
        </p:nvGrpSpPr>
        <p:grpSpPr>
          <a:xfrm>
            <a:off x="8878728" y="3009900"/>
            <a:ext cx="122872" cy="298989"/>
            <a:chOff x="8878728" y="3009900"/>
            <a:chExt cx="122872" cy="298989"/>
          </a:xfrm>
        </p:grpSpPr>
        <p:sp>
          <p:nvSpPr>
            <p:cNvPr id="436" name="Oval 435"/>
            <p:cNvSpPr/>
            <p:nvPr/>
          </p:nvSpPr>
          <p:spPr>
            <a:xfrm>
              <a:off x="8907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7" name="Rounded Rectangle 436"/>
            <p:cNvSpPr/>
            <p:nvPr/>
          </p:nvSpPr>
          <p:spPr>
            <a:xfrm>
              <a:off x="8878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8" name="Rectangle 437"/>
            <p:cNvSpPr/>
            <p:nvPr/>
          </p:nvSpPr>
          <p:spPr>
            <a:xfrm>
              <a:off x="8886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9" name="Rectangle 438"/>
            <p:cNvSpPr/>
            <p:nvPr/>
          </p:nvSpPr>
          <p:spPr>
            <a:xfrm>
              <a:off x="8952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0" name="Person87"/>
          <p:cNvGrpSpPr/>
          <p:nvPr/>
        </p:nvGrpSpPr>
        <p:grpSpPr>
          <a:xfrm>
            <a:off x="9069228" y="3009900"/>
            <a:ext cx="122872" cy="298989"/>
            <a:chOff x="9069228" y="3009900"/>
            <a:chExt cx="122872" cy="298989"/>
          </a:xfrm>
        </p:grpSpPr>
        <p:sp>
          <p:nvSpPr>
            <p:cNvPr id="441" name="Oval 440"/>
            <p:cNvSpPr/>
            <p:nvPr/>
          </p:nvSpPr>
          <p:spPr>
            <a:xfrm>
              <a:off x="9097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2" name="Rounded Rectangle 441"/>
            <p:cNvSpPr/>
            <p:nvPr/>
          </p:nvSpPr>
          <p:spPr>
            <a:xfrm>
              <a:off x="9069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3" name="Rectangle 442"/>
            <p:cNvSpPr/>
            <p:nvPr/>
          </p:nvSpPr>
          <p:spPr>
            <a:xfrm>
              <a:off x="9077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4" name="Rectangle 443"/>
            <p:cNvSpPr/>
            <p:nvPr/>
          </p:nvSpPr>
          <p:spPr>
            <a:xfrm>
              <a:off x="9142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45" name="Person88"/>
          <p:cNvGrpSpPr/>
          <p:nvPr/>
        </p:nvGrpSpPr>
        <p:grpSpPr>
          <a:xfrm>
            <a:off x="9259728" y="3009900"/>
            <a:ext cx="122872" cy="298989"/>
            <a:chOff x="9259728" y="3009900"/>
            <a:chExt cx="122872" cy="298989"/>
          </a:xfrm>
        </p:grpSpPr>
        <p:sp>
          <p:nvSpPr>
            <p:cNvPr id="446" name="Oval 445"/>
            <p:cNvSpPr/>
            <p:nvPr/>
          </p:nvSpPr>
          <p:spPr>
            <a:xfrm>
              <a:off x="9288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7" name="Rounded Rectangle 446"/>
            <p:cNvSpPr/>
            <p:nvPr/>
          </p:nvSpPr>
          <p:spPr>
            <a:xfrm>
              <a:off x="9259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8" name="Rectangle 447"/>
            <p:cNvSpPr/>
            <p:nvPr/>
          </p:nvSpPr>
          <p:spPr>
            <a:xfrm>
              <a:off x="9267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9" name="Rectangle 448"/>
            <p:cNvSpPr/>
            <p:nvPr/>
          </p:nvSpPr>
          <p:spPr>
            <a:xfrm>
              <a:off x="9333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0" name="Person89"/>
          <p:cNvGrpSpPr/>
          <p:nvPr/>
        </p:nvGrpSpPr>
        <p:grpSpPr>
          <a:xfrm>
            <a:off x="9450228" y="3009900"/>
            <a:ext cx="122872" cy="298989"/>
            <a:chOff x="9450228" y="3009900"/>
            <a:chExt cx="122872" cy="298989"/>
          </a:xfrm>
        </p:grpSpPr>
        <p:sp>
          <p:nvSpPr>
            <p:cNvPr id="451" name="Oval 450"/>
            <p:cNvSpPr/>
            <p:nvPr/>
          </p:nvSpPr>
          <p:spPr>
            <a:xfrm>
              <a:off x="9478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2" name="Rounded Rectangle 451"/>
            <p:cNvSpPr/>
            <p:nvPr/>
          </p:nvSpPr>
          <p:spPr>
            <a:xfrm>
              <a:off x="9450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3" name="Rectangle 452"/>
            <p:cNvSpPr/>
            <p:nvPr/>
          </p:nvSpPr>
          <p:spPr>
            <a:xfrm>
              <a:off x="9458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4" name="Rectangle 453"/>
            <p:cNvSpPr/>
            <p:nvPr/>
          </p:nvSpPr>
          <p:spPr>
            <a:xfrm>
              <a:off x="9523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55" name="Person90"/>
          <p:cNvGrpSpPr/>
          <p:nvPr/>
        </p:nvGrpSpPr>
        <p:grpSpPr>
          <a:xfrm>
            <a:off x="9640728" y="3009900"/>
            <a:ext cx="122872" cy="298989"/>
            <a:chOff x="9640728" y="3009900"/>
            <a:chExt cx="122872" cy="298989"/>
          </a:xfrm>
        </p:grpSpPr>
        <p:sp>
          <p:nvSpPr>
            <p:cNvPr id="456" name="Oval 455"/>
            <p:cNvSpPr/>
            <p:nvPr/>
          </p:nvSpPr>
          <p:spPr>
            <a:xfrm>
              <a:off x="9669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Rounded Rectangle 456"/>
            <p:cNvSpPr/>
            <p:nvPr/>
          </p:nvSpPr>
          <p:spPr>
            <a:xfrm>
              <a:off x="9640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8" name="Rectangle 457"/>
            <p:cNvSpPr/>
            <p:nvPr/>
          </p:nvSpPr>
          <p:spPr>
            <a:xfrm>
              <a:off x="9648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Rectangle 458"/>
            <p:cNvSpPr/>
            <p:nvPr/>
          </p:nvSpPr>
          <p:spPr>
            <a:xfrm>
              <a:off x="9714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0" name="Person91"/>
          <p:cNvGrpSpPr/>
          <p:nvPr/>
        </p:nvGrpSpPr>
        <p:grpSpPr>
          <a:xfrm>
            <a:off x="9831228" y="3009900"/>
            <a:ext cx="122872" cy="298989"/>
            <a:chOff x="9831228" y="3009900"/>
            <a:chExt cx="122872" cy="298989"/>
          </a:xfrm>
        </p:grpSpPr>
        <p:sp>
          <p:nvSpPr>
            <p:cNvPr id="461" name="Oval 460"/>
            <p:cNvSpPr/>
            <p:nvPr/>
          </p:nvSpPr>
          <p:spPr>
            <a:xfrm>
              <a:off x="9859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2" name="Rounded Rectangle 461"/>
            <p:cNvSpPr/>
            <p:nvPr/>
          </p:nvSpPr>
          <p:spPr>
            <a:xfrm>
              <a:off x="9831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Rectangle 462"/>
            <p:cNvSpPr/>
            <p:nvPr/>
          </p:nvSpPr>
          <p:spPr>
            <a:xfrm>
              <a:off x="9839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Rectangle 463"/>
            <p:cNvSpPr/>
            <p:nvPr/>
          </p:nvSpPr>
          <p:spPr>
            <a:xfrm>
              <a:off x="9904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65" name="Person92"/>
          <p:cNvGrpSpPr/>
          <p:nvPr/>
        </p:nvGrpSpPr>
        <p:grpSpPr>
          <a:xfrm>
            <a:off x="10021728" y="3009900"/>
            <a:ext cx="122872" cy="298989"/>
            <a:chOff x="10021728" y="3009900"/>
            <a:chExt cx="122872" cy="298989"/>
          </a:xfrm>
        </p:grpSpPr>
        <p:sp>
          <p:nvSpPr>
            <p:cNvPr id="466" name="Oval 465"/>
            <p:cNvSpPr/>
            <p:nvPr/>
          </p:nvSpPr>
          <p:spPr>
            <a:xfrm>
              <a:off x="10050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Rounded Rectangle 466"/>
            <p:cNvSpPr/>
            <p:nvPr/>
          </p:nvSpPr>
          <p:spPr>
            <a:xfrm>
              <a:off x="10021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Rectangle 467"/>
            <p:cNvSpPr/>
            <p:nvPr/>
          </p:nvSpPr>
          <p:spPr>
            <a:xfrm>
              <a:off x="10029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Rectangle 468"/>
            <p:cNvSpPr/>
            <p:nvPr/>
          </p:nvSpPr>
          <p:spPr>
            <a:xfrm>
              <a:off x="10095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0" name="Person93"/>
          <p:cNvGrpSpPr/>
          <p:nvPr/>
        </p:nvGrpSpPr>
        <p:grpSpPr>
          <a:xfrm>
            <a:off x="10212228" y="3009900"/>
            <a:ext cx="122872" cy="298989"/>
            <a:chOff x="10212228" y="3009900"/>
            <a:chExt cx="122872" cy="298989"/>
          </a:xfrm>
        </p:grpSpPr>
        <p:sp>
          <p:nvSpPr>
            <p:cNvPr id="471" name="Oval 470"/>
            <p:cNvSpPr/>
            <p:nvPr/>
          </p:nvSpPr>
          <p:spPr>
            <a:xfrm>
              <a:off x="10240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2" name="Rounded Rectangle 471"/>
            <p:cNvSpPr/>
            <p:nvPr/>
          </p:nvSpPr>
          <p:spPr>
            <a:xfrm>
              <a:off x="10212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Rectangle 472"/>
            <p:cNvSpPr/>
            <p:nvPr/>
          </p:nvSpPr>
          <p:spPr>
            <a:xfrm>
              <a:off x="10220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Rectangle 473"/>
            <p:cNvSpPr/>
            <p:nvPr/>
          </p:nvSpPr>
          <p:spPr>
            <a:xfrm>
              <a:off x="10285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75" name="Person94"/>
          <p:cNvGrpSpPr/>
          <p:nvPr/>
        </p:nvGrpSpPr>
        <p:grpSpPr>
          <a:xfrm>
            <a:off x="10402728" y="3009900"/>
            <a:ext cx="122872" cy="298989"/>
            <a:chOff x="10402728" y="3009900"/>
            <a:chExt cx="122872" cy="298989"/>
          </a:xfrm>
        </p:grpSpPr>
        <p:sp>
          <p:nvSpPr>
            <p:cNvPr id="476" name="Oval 475"/>
            <p:cNvSpPr/>
            <p:nvPr/>
          </p:nvSpPr>
          <p:spPr>
            <a:xfrm>
              <a:off x="10431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Rounded Rectangle 476"/>
            <p:cNvSpPr/>
            <p:nvPr/>
          </p:nvSpPr>
          <p:spPr>
            <a:xfrm>
              <a:off x="10402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Rectangle 477"/>
            <p:cNvSpPr/>
            <p:nvPr/>
          </p:nvSpPr>
          <p:spPr>
            <a:xfrm>
              <a:off x="10410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Rectangle 478"/>
            <p:cNvSpPr/>
            <p:nvPr/>
          </p:nvSpPr>
          <p:spPr>
            <a:xfrm>
              <a:off x="10476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0" name="Person95"/>
          <p:cNvGrpSpPr/>
          <p:nvPr/>
        </p:nvGrpSpPr>
        <p:grpSpPr>
          <a:xfrm>
            <a:off x="10593228" y="3009900"/>
            <a:ext cx="122872" cy="298989"/>
            <a:chOff x="10593228" y="3009900"/>
            <a:chExt cx="122872" cy="298989"/>
          </a:xfrm>
        </p:grpSpPr>
        <p:sp>
          <p:nvSpPr>
            <p:cNvPr id="481" name="Oval 480"/>
            <p:cNvSpPr/>
            <p:nvPr/>
          </p:nvSpPr>
          <p:spPr>
            <a:xfrm>
              <a:off x="10621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Rounded Rectangle 481"/>
            <p:cNvSpPr/>
            <p:nvPr/>
          </p:nvSpPr>
          <p:spPr>
            <a:xfrm>
              <a:off x="10593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Rectangle 482"/>
            <p:cNvSpPr/>
            <p:nvPr/>
          </p:nvSpPr>
          <p:spPr>
            <a:xfrm>
              <a:off x="10601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4" name="Rectangle 483"/>
            <p:cNvSpPr/>
            <p:nvPr/>
          </p:nvSpPr>
          <p:spPr>
            <a:xfrm>
              <a:off x="10666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85" name="Person96"/>
          <p:cNvGrpSpPr/>
          <p:nvPr/>
        </p:nvGrpSpPr>
        <p:grpSpPr>
          <a:xfrm>
            <a:off x="10783728" y="3009900"/>
            <a:ext cx="122872" cy="298989"/>
            <a:chOff x="10783728" y="3009900"/>
            <a:chExt cx="122872" cy="298989"/>
          </a:xfrm>
        </p:grpSpPr>
        <p:sp>
          <p:nvSpPr>
            <p:cNvPr id="486" name="Oval 485"/>
            <p:cNvSpPr/>
            <p:nvPr/>
          </p:nvSpPr>
          <p:spPr>
            <a:xfrm>
              <a:off x="10812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7" name="Rounded Rectangle 486"/>
            <p:cNvSpPr/>
            <p:nvPr/>
          </p:nvSpPr>
          <p:spPr>
            <a:xfrm>
              <a:off x="10783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8" name="Rectangle 487"/>
            <p:cNvSpPr/>
            <p:nvPr/>
          </p:nvSpPr>
          <p:spPr>
            <a:xfrm>
              <a:off x="10791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9" name="Rectangle 488"/>
            <p:cNvSpPr/>
            <p:nvPr/>
          </p:nvSpPr>
          <p:spPr>
            <a:xfrm>
              <a:off x="10857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0" name="Person97"/>
          <p:cNvGrpSpPr/>
          <p:nvPr/>
        </p:nvGrpSpPr>
        <p:grpSpPr>
          <a:xfrm>
            <a:off x="10974228" y="3009900"/>
            <a:ext cx="122872" cy="298989"/>
            <a:chOff x="10974228" y="3009900"/>
            <a:chExt cx="122872" cy="298989"/>
          </a:xfrm>
        </p:grpSpPr>
        <p:sp>
          <p:nvSpPr>
            <p:cNvPr id="491" name="Oval 490"/>
            <p:cNvSpPr/>
            <p:nvPr/>
          </p:nvSpPr>
          <p:spPr>
            <a:xfrm>
              <a:off x="11002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2" name="Rounded Rectangle 491"/>
            <p:cNvSpPr/>
            <p:nvPr/>
          </p:nvSpPr>
          <p:spPr>
            <a:xfrm>
              <a:off x="10974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3" name="Rectangle 492"/>
            <p:cNvSpPr/>
            <p:nvPr/>
          </p:nvSpPr>
          <p:spPr>
            <a:xfrm>
              <a:off x="10982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4" name="Rectangle 493"/>
            <p:cNvSpPr/>
            <p:nvPr/>
          </p:nvSpPr>
          <p:spPr>
            <a:xfrm>
              <a:off x="11047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495" name="Person98"/>
          <p:cNvGrpSpPr/>
          <p:nvPr/>
        </p:nvGrpSpPr>
        <p:grpSpPr>
          <a:xfrm>
            <a:off x="11164728" y="3009900"/>
            <a:ext cx="122872" cy="298989"/>
            <a:chOff x="11164728" y="3009900"/>
            <a:chExt cx="122872" cy="298989"/>
          </a:xfrm>
        </p:grpSpPr>
        <p:sp>
          <p:nvSpPr>
            <p:cNvPr id="496" name="Oval 495"/>
            <p:cNvSpPr/>
            <p:nvPr/>
          </p:nvSpPr>
          <p:spPr>
            <a:xfrm>
              <a:off x="111933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7" name="Rounded Rectangle 496"/>
            <p:cNvSpPr/>
            <p:nvPr/>
          </p:nvSpPr>
          <p:spPr>
            <a:xfrm>
              <a:off x="111647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8" name="Rectangle 497"/>
            <p:cNvSpPr/>
            <p:nvPr/>
          </p:nvSpPr>
          <p:spPr>
            <a:xfrm>
              <a:off x="111729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9" name="Rectangle 498"/>
            <p:cNvSpPr/>
            <p:nvPr/>
          </p:nvSpPr>
          <p:spPr>
            <a:xfrm>
              <a:off x="112384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0" name="Person99"/>
          <p:cNvGrpSpPr/>
          <p:nvPr/>
        </p:nvGrpSpPr>
        <p:grpSpPr>
          <a:xfrm>
            <a:off x="11355228" y="3009900"/>
            <a:ext cx="122872" cy="298989"/>
            <a:chOff x="11355228" y="3009900"/>
            <a:chExt cx="122872" cy="298989"/>
          </a:xfrm>
        </p:grpSpPr>
        <p:sp>
          <p:nvSpPr>
            <p:cNvPr id="501" name="Oval 500"/>
            <p:cNvSpPr/>
            <p:nvPr/>
          </p:nvSpPr>
          <p:spPr>
            <a:xfrm>
              <a:off x="11383899" y="30099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2" name="Rounded Rectangle 501"/>
            <p:cNvSpPr/>
            <p:nvPr/>
          </p:nvSpPr>
          <p:spPr>
            <a:xfrm>
              <a:off x="11355228" y="30959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3" name="Rectangle 502"/>
            <p:cNvSpPr/>
            <p:nvPr/>
          </p:nvSpPr>
          <p:spPr>
            <a:xfrm>
              <a:off x="11363420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4" name="Rectangle 503"/>
            <p:cNvSpPr/>
            <p:nvPr/>
          </p:nvSpPr>
          <p:spPr>
            <a:xfrm>
              <a:off x="11428952" y="31901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05" name="Person100"/>
          <p:cNvGrpSpPr/>
          <p:nvPr/>
        </p:nvGrpSpPr>
        <p:grpSpPr>
          <a:xfrm>
            <a:off x="6783228" y="3409950"/>
            <a:ext cx="122872" cy="298989"/>
            <a:chOff x="6783228" y="3409950"/>
            <a:chExt cx="122872" cy="298989"/>
          </a:xfrm>
        </p:grpSpPr>
        <p:sp>
          <p:nvSpPr>
            <p:cNvPr id="506" name="Oval 505"/>
            <p:cNvSpPr/>
            <p:nvPr/>
          </p:nvSpPr>
          <p:spPr>
            <a:xfrm>
              <a:off x="681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7" name="Rounded Rectangle 506"/>
            <p:cNvSpPr/>
            <p:nvPr/>
          </p:nvSpPr>
          <p:spPr>
            <a:xfrm>
              <a:off x="678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8" name="Rectangle 507"/>
            <p:cNvSpPr/>
            <p:nvPr/>
          </p:nvSpPr>
          <p:spPr>
            <a:xfrm>
              <a:off x="679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9" name="Rectangle 508"/>
            <p:cNvSpPr/>
            <p:nvPr/>
          </p:nvSpPr>
          <p:spPr>
            <a:xfrm>
              <a:off x="685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0" name="Person101"/>
          <p:cNvGrpSpPr/>
          <p:nvPr/>
        </p:nvGrpSpPr>
        <p:grpSpPr>
          <a:xfrm>
            <a:off x="6973728" y="3409950"/>
            <a:ext cx="122872" cy="298989"/>
            <a:chOff x="6973728" y="3409950"/>
            <a:chExt cx="122872" cy="298989"/>
          </a:xfrm>
        </p:grpSpPr>
        <p:sp>
          <p:nvSpPr>
            <p:cNvPr id="511" name="Oval 510"/>
            <p:cNvSpPr/>
            <p:nvPr/>
          </p:nvSpPr>
          <p:spPr>
            <a:xfrm>
              <a:off x="7002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2" name="Rounded Rectangle 511"/>
            <p:cNvSpPr/>
            <p:nvPr/>
          </p:nvSpPr>
          <p:spPr>
            <a:xfrm>
              <a:off x="697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3" name="Rectangle 512"/>
            <p:cNvSpPr/>
            <p:nvPr/>
          </p:nvSpPr>
          <p:spPr>
            <a:xfrm>
              <a:off x="698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4" name="Rectangle 513"/>
            <p:cNvSpPr/>
            <p:nvPr/>
          </p:nvSpPr>
          <p:spPr>
            <a:xfrm>
              <a:off x="704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15" name="Person102"/>
          <p:cNvGrpSpPr/>
          <p:nvPr/>
        </p:nvGrpSpPr>
        <p:grpSpPr>
          <a:xfrm>
            <a:off x="7164228" y="3409950"/>
            <a:ext cx="122872" cy="298989"/>
            <a:chOff x="7164228" y="3409950"/>
            <a:chExt cx="122872" cy="298989"/>
          </a:xfrm>
        </p:grpSpPr>
        <p:sp>
          <p:nvSpPr>
            <p:cNvPr id="516" name="Oval 515"/>
            <p:cNvSpPr/>
            <p:nvPr/>
          </p:nvSpPr>
          <p:spPr>
            <a:xfrm>
              <a:off x="719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7" name="Rounded Rectangle 516"/>
            <p:cNvSpPr/>
            <p:nvPr/>
          </p:nvSpPr>
          <p:spPr>
            <a:xfrm>
              <a:off x="716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8" name="Rectangle 517"/>
            <p:cNvSpPr/>
            <p:nvPr/>
          </p:nvSpPr>
          <p:spPr>
            <a:xfrm>
              <a:off x="717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9" name="Rectangle 518"/>
            <p:cNvSpPr/>
            <p:nvPr/>
          </p:nvSpPr>
          <p:spPr>
            <a:xfrm>
              <a:off x="723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0" name="Person103"/>
          <p:cNvGrpSpPr/>
          <p:nvPr/>
        </p:nvGrpSpPr>
        <p:grpSpPr>
          <a:xfrm>
            <a:off x="7354728" y="3409950"/>
            <a:ext cx="122872" cy="298989"/>
            <a:chOff x="7354728" y="3409950"/>
            <a:chExt cx="122872" cy="298989"/>
          </a:xfrm>
        </p:grpSpPr>
        <p:sp>
          <p:nvSpPr>
            <p:cNvPr id="521" name="Oval 520"/>
            <p:cNvSpPr/>
            <p:nvPr/>
          </p:nvSpPr>
          <p:spPr>
            <a:xfrm>
              <a:off x="738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2" name="Rounded Rectangle 521"/>
            <p:cNvSpPr/>
            <p:nvPr/>
          </p:nvSpPr>
          <p:spPr>
            <a:xfrm>
              <a:off x="735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3" name="Rectangle 522"/>
            <p:cNvSpPr/>
            <p:nvPr/>
          </p:nvSpPr>
          <p:spPr>
            <a:xfrm>
              <a:off x="736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4" name="Rectangle 523"/>
            <p:cNvSpPr/>
            <p:nvPr/>
          </p:nvSpPr>
          <p:spPr>
            <a:xfrm>
              <a:off x="742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25" name="Person104"/>
          <p:cNvGrpSpPr/>
          <p:nvPr/>
        </p:nvGrpSpPr>
        <p:grpSpPr>
          <a:xfrm>
            <a:off x="7545228" y="3409950"/>
            <a:ext cx="122872" cy="298989"/>
            <a:chOff x="7545228" y="3409950"/>
            <a:chExt cx="122872" cy="298989"/>
          </a:xfrm>
        </p:grpSpPr>
        <p:sp>
          <p:nvSpPr>
            <p:cNvPr id="526" name="Oval 525"/>
            <p:cNvSpPr/>
            <p:nvPr/>
          </p:nvSpPr>
          <p:spPr>
            <a:xfrm>
              <a:off x="757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7" name="Rounded Rectangle 526"/>
            <p:cNvSpPr/>
            <p:nvPr/>
          </p:nvSpPr>
          <p:spPr>
            <a:xfrm>
              <a:off x="754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8" name="Rectangle 527"/>
            <p:cNvSpPr/>
            <p:nvPr/>
          </p:nvSpPr>
          <p:spPr>
            <a:xfrm>
              <a:off x="755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9" name="Rectangle 528"/>
            <p:cNvSpPr/>
            <p:nvPr/>
          </p:nvSpPr>
          <p:spPr>
            <a:xfrm>
              <a:off x="761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0" name="Person105"/>
          <p:cNvGrpSpPr/>
          <p:nvPr/>
        </p:nvGrpSpPr>
        <p:grpSpPr>
          <a:xfrm>
            <a:off x="7735728" y="3409950"/>
            <a:ext cx="122872" cy="298989"/>
            <a:chOff x="7735728" y="3409950"/>
            <a:chExt cx="122872" cy="298989"/>
          </a:xfrm>
        </p:grpSpPr>
        <p:sp>
          <p:nvSpPr>
            <p:cNvPr id="531" name="Oval 530"/>
            <p:cNvSpPr/>
            <p:nvPr/>
          </p:nvSpPr>
          <p:spPr>
            <a:xfrm>
              <a:off x="77643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2" name="Rounded Rectangle 531"/>
            <p:cNvSpPr/>
            <p:nvPr/>
          </p:nvSpPr>
          <p:spPr>
            <a:xfrm>
              <a:off x="7735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3" name="Rectangle 532"/>
            <p:cNvSpPr/>
            <p:nvPr/>
          </p:nvSpPr>
          <p:spPr>
            <a:xfrm>
              <a:off x="7743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4" name="Rectangle 533"/>
            <p:cNvSpPr/>
            <p:nvPr/>
          </p:nvSpPr>
          <p:spPr>
            <a:xfrm>
              <a:off x="7809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35" name="Person106"/>
          <p:cNvGrpSpPr/>
          <p:nvPr/>
        </p:nvGrpSpPr>
        <p:grpSpPr>
          <a:xfrm>
            <a:off x="7926228" y="3409950"/>
            <a:ext cx="122872" cy="298989"/>
            <a:chOff x="7926228" y="3409950"/>
            <a:chExt cx="122872" cy="298989"/>
          </a:xfrm>
        </p:grpSpPr>
        <p:sp>
          <p:nvSpPr>
            <p:cNvPr id="536" name="Oval 535"/>
            <p:cNvSpPr/>
            <p:nvPr/>
          </p:nvSpPr>
          <p:spPr>
            <a:xfrm>
              <a:off x="7954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7" name="Rounded Rectangle 536"/>
            <p:cNvSpPr/>
            <p:nvPr/>
          </p:nvSpPr>
          <p:spPr>
            <a:xfrm>
              <a:off x="7926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8" name="Rectangle 537"/>
            <p:cNvSpPr/>
            <p:nvPr/>
          </p:nvSpPr>
          <p:spPr>
            <a:xfrm>
              <a:off x="7934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9" name="Rectangle 538"/>
            <p:cNvSpPr/>
            <p:nvPr/>
          </p:nvSpPr>
          <p:spPr>
            <a:xfrm>
              <a:off x="7999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0" name="Person107"/>
          <p:cNvGrpSpPr/>
          <p:nvPr/>
        </p:nvGrpSpPr>
        <p:grpSpPr>
          <a:xfrm>
            <a:off x="8116728" y="3409950"/>
            <a:ext cx="122872" cy="298989"/>
            <a:chOff x="8116728" y="3409950"/>
            <a:chExt cx="122872" cy="298989"/>
          </a:xfrm>
        </p:grpSpPr>
        <p:sp>
          <p:nvSpPr>
            <p:cNvPr id="541" name="Oval 540"/>
            <p:cNvSpPr/>
            <p:nvPr/>
          </p:nvSpPr>
          <p:spPr>
            <a:xfrm>
              <a:off x="8145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2" name="Rounded Rectangle 541"/>
            <p:cNvSpPr/>
            <p:nvPr/>
          </p:nvSpPr>
          <p:spPr>
            <a:xfrm>
              <a:off x="8116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3" name="Rectangle 542"/>
            <p:cNvSpPr/>
            <p:nvPr/>
          </p:nvSpPr>
          <p:spPr>
            <a:xfrm>
              <a:off x="8124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4" name="Rectangle 543"/>
            <p:cNvSpPr/>
            <p:nvPr/>
          </p:nvSpPr>
          <p:spPr>
            <a:xfrm>
              <a:off x="8190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45" name="Person108"/>
          <p:cNvGrpSpPr/>
          <p:nvPr/>
        </p:nvGrpSpPr>
        <p:grpSpPr>
          <a:xfrm>
            <a:off x="8307228" y="3409950"/>
            <a:ext cx="122872" cy="298989"/>
            <a:chOff x="8307228" y="3409950"/>
            <a:chExt cx="122872" cy="298989"/>
          </a:xfrm>
        </p:grpSpPr>
        <p:sp>
          <p:nvSpPr>
            <p:cNvPr id="546" name="Oval 545"/>
            <p:cNvSpPr/>
            <p:nvPr/>
          </p:nvSpPr>
          <p:spPr>
            <a:xfrm>
              <a:off x="8335898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7" name="Rounded Rectangle 546"/>
            <p:cNvSpPr/>
            <p:nvPr/>
          </p:nvSpPr>
          <p:spPr>
            <a:xfrm>
              <a:off x="8307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8" name="Rectangle 547"/>
            <p:cNvSpPr/>
            <p:nvPr/>
          </p:nvSpPr>
          <p:spPr>
            <a:xfrm>
              <a:off x="8315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9" name="Rectangle 548"/>
            <p:cNvSpPr/>
            <p:nvPr/>
          </p:nvSpPr>
          <p:spPr>
            <a:xfrm>
              <a:off x="8380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0" name="Person109"/>
          <p:cNvGrpSpPr/>
          <p:nvPr/>
        </p:nvGrpSpPr>
        <p:grpSpPr>
          <a:xfrm>
            <a:off x="8497728" y="3409950"/>
            <a:ext cx="122872" cy="298989"/>
            <a:chOff x="8497728" y="3409950"/>
            <a:chExt cx="122872" cy="298989"/>
          </a:xfrm>
        </p:grpSpPr>
        <p:sp>
          <p:nvSpPr>
            <p:cNvPr id="551" name="Oval 550"/>
            <p:cNvSpPr/>
            <p:nvPr/>
          </p:nvSpPr>
          <p:spPr>
            <a:xfrm>
              <a:off x="8526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2" name="Rounded Rectangle 551"/>
            <p:cNvSpPr/>
            <p:nvPr/>
          </p:nvSpPr>
          <p:spPr>
            <a:xfrm>
              <a:off x="8497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3" name="Rectangle 552"/>
            <p:cNvSpPr/>
            <p:nvPr/>
          </p:nvSpPr>
          <p:spPr>
            <a:xfrm>
              <a:off x="8505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4" name="Rectangle 553"/>
            <p:cNvSpPr/>
            <p:nvPr/>
          </p:nvSpPr>
          <p:spPr>
            <a:xfrm>
              <a:off x="8571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55" name="Person110"/>
          <p:cNvGrpSpPr/>
          <p:nvPr/>
        </p:nvGrpSpPr>
        <p:grpSpPr>
          <a:xfrm>
            <a:off x="8688228" y="3409950"/>
            <a:ext cx="122872" cy="298989"/>
            <a:chOff x="8688228" y="3409950"/>
            <a:chExt cx="122872" cy="298989"/>
          </a:xfrm>
        </p:grpSpPr>
        <p:sp>
          <p:nvSpPr>
            <p:cNvPr id="556" name="Oval 555"/>
            <p:cNvSpPr/>
            <p:nvPr/>
          </p:nvSpPr>
          <p:spPr>
            <a:xfrm>
              <a:off x="8716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7" name="Rounded Rectangle 556"/>
            <p:cNvSpPr/>
            <p:nvPr/>
          </p:nvSpPr>
          <p:spPr>
            <a:xfrm>
              <a:off x="8688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8" name="Rectangle 557"/>
            <p:cNvSpPr/>
            <p:nvPr/>
          </p:nvSpPr>
          <p:spPr>
            <a:xfrm>
              <a:off x="8696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9" name="Rectangle 558"/>
            <p:cNvSpPr/>
            <p:nvPr/>
          </p:nvSpPr>
          <p:spPr>
            <a:xfrm>
              <a:off x="8761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0" name="Person111"/>
          <p:cNvGrpSpPr/>
          <p:nvPr/>
        </p:nvGrpSpPr>
        <p:grpSpPr>
          <a:xfrm>
            <a:off x="8878728" y="3409950"/>
            <a:ext cx="122872" cy="298989"/>
            <a:chOff x="8878728" y="3409950"/>
            <a:chExt cx="122872" cy="298989"/>
          </a:xfrm>
        </p:grpSpPr>
        <p:sp>
          <p:nvSpPr>
            <p:cNvPr id="561" name="Oval 560"/>
            <p:cNvSpPr/>
            <p:nvPr/>
          </p:nvSpPr>
          <p:spPr>
            <a:xfrm>
              <a:off x="8907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2" name="Rounded Rectangle 561"/>
            <p:cNvSpPr/>
            <p:nvPr/>
          </p:nvSpPr>
          <p:spPr>
            <a:xfrm>
              <a:off x="8878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3" name="Rectangle 562"/>
            <p:cNvSpPr/>
            <p:nvPr/>
          </p:nvSpPr>
          <p:spPr>
            <a:xfrm>
              <a:off x="8886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4" name="Rectangle 563"/>
            <p:cNvSpPr/>
            <p:nvPr/>
          </p:nvSpPr>
          <p:spPr>
            <a:xfrm>
              <a:off x="8952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65" name="Person112"/>
          <p:cNvGrpSpPr/>
          <p:nvPr/>
        </p:nvGrpSpPr>
        <p:grpSpPr>
          <a:xfrm>
            <a:off x="9069228" y="3409950"/>
            <a:ext cx="122872" cy="298989"/>
            <a:chOff x="9069228" y="3409950"/>
            <a:chExt cx="122872" cy="298989"/>
          </a:xfrm>
        </p:grpSpPr>
        <p:sp>
          <p:nvSpPr>
            <p:cNvPr id="566" name="Oval 565"/>
            <p:cNvSpPr/>
            <p:nvPr/>
          </p:nvSpPr>
          <p:spPr>
            <a:xfrm>
              <a:off x="9097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7" name="Rounded Rectangle 566"/>
            <p:cNvSpPr/>
            <p:nvPr/>
          </p:nvSpPr>
          <p:spPr>
            <a:xfrm>
              <a:off x="9069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8" name="Rectangle 567"/>
            <p:cNvSpPr/>
            <p:nvPr/>
          </p:nvSpPr>
          <p:spPr>
            <a:xfrm>
              <a:off x="9077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9" name="Rectangle 568"/>
            <p:cNvSpPr/>
            <p:nvPr/>
          </p:nvSpPr>
          <p:spPr>
            <a:xfrm>
              <a:off x="9142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0" name="Person113"/>
          <p:cNvGrpSpPr/>
          <p:nvPr/>
        </p:nvGrpSpPr>
        <p:grpSpPr>
          <a:xfrm>
            <a:off x="9259728" y="3409950"/>
            <a:ext cx="122872" cy="298989"/>
            <a:chOff x="9259728" y="3409950"/>
            <a:chExt cx="122872" cy="298989"/>
          </a:xfrm>
        </p:grpSpPr>
        <p:sp>
          <p:nvSpPr>
            <p:cNvPr id="571" name="Oval 570"/>
            <p:cNvSpPr/>
            <p:nvPr/>
          </p:nvSpPr>
          <p:spPr>
            <a:xfrm>
              <a:off x="9288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2" name="Rounded Rectangle 571"/>
            <p:cNvSpPr/>
            <p:nvPr/>
          </p:nvSpPr>
          <p:spPr>
            <a:xfrm>
              <a:off x="9259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3" name="Rectangle 572"/>
            <p:cNvSpPr/>
            <p:nvPr/>
          </p:nvSpPr>
          <p:spPr>
            <a:xfrm>
              <a:off x="9267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4" name="Rectangle 573"/>
            <p:cNvSpPr/>
            <p:nvPr/>
          </p:nvSpPr>
          <p:spPr>
            <a:xfrm>
              <a:off x="9333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75" name="Person114"/>
          <p:cNvGrpSpPr/>
          <p:nvPr/>
        </p:nvGrpSpPr>
        <p:grpSpPr>
          <a:xfrm>
            <a:off x="9450228" y="3409950"/>
            <a:ext cx="122872" cy="298989"/>
            <a:chOff x="9450228" y="3409950"/>
            <a:chExt cx="122872" cy="298989"/>
          </a:xfrm>
        </p:grpSpPr>
        <p:sp>
          <p:nvSpPr>
            <p:cNvPr id="576" name="Oval 575"/>
            <p:cNvSpPr/>
            <p:nvPr/>
          </p:nvSpPr>
          <p:spPr>
            <a:xfrm>
              <a:off x="9478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7" name="Rounded Rectangle 576"/>
            <p:cNvSpPr/>
            <p:nvPr/>
          </p:nvSpPr>
          <p:spPr>
            <a:xfrm>
              <a:off x="9450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8" name="Rectangle 577"/>
            <p:cNvSpPr/>
            <p:nvPr/>
          </p:nvSpPr>
          <p:spPr>
            <a:xfrm>
              <a:off x="9458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9" name="Rectangle 578"/>
            <p:cNvSpPr/>
            <p:nvPr/>
          </p:nvSpPr>
          <p:spPr>
            <a:xfrm>
              <a:off x="9523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0" name="Person115"/>
          <p:cNvGrpSpPr/>
          <p:nvPr/>
        </p:nvGrpSpPr>
        <p:grpSpPr>
          <a:xfrm>
            <a:off x="9640728" y="3409950"/>
            <a:ext cx="122872" cy="298989"/>
            <a:chOff x="9640728" y="3409950"/>
            <a:chExt cx="122872" cy="298989"/>
          </a:xfrm>
        </p:grpSpPr>
        <p:sp>
          <p:nvSpPr>
            <p:cNvPr id="581" name="Oval 580"/>
            <p:cNvSpPr/>
            <p:nvPr/>
          </p:nvSpPr>
          <p:spPr>
            <a:xfrm>
              <a:off x="9669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2" name="Rounded Rectangle 581"/>
            <p:cNvSpPr/>
            <p:nvPr/>
          </p:nvSpPr>
          <p:spPr>
            <a:xfrm>
              <a:off x="9640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3" name="Rectangle 582"/>
            <p:cNvSpPr/>
            <p:nvPr/>
          </p:nvSpPr>
          <p:spPr>
            <a:xfrm>
              <a:off x="9648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4" name="Rectangle 583"/>
            <p:cNvSpPr/>
            <p:nvPr/>
          </p:nvSpPr>
          <p:spPr>
            <a:xfrm>
              <a:off x="9714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85" name="Person116"/>
          <p:cNvGrpSpPr/>
          <p:nvPr/>
        </p:nvGrpSpPr>
        <p:grpSpPr>
          <a:xfrm>
            <a:off x="9831228" y="3409950"/>
            <a:ext cx="122872" cy="298989"/>
            <a:chOff x="9831228" y="3409950"/>
            <a:chExt cx="122872" cy="298989"/>
          </a:xfrm>
        </p:grpSpPr>
        <p:sp>
          <p:nvSpPr>
            <p:cNvPr id="586" name="Oval 585"/>
            <p:cNvSpPr/>
            <p:nvPr/>
          </p:nvSpPr>
          <p:spPr>
            <a:xfrm>
              <a:off x="9859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7" name="Rounded Rectangle 586"/>
            <p:cNvSpPr/>
            <p:nvPr/>
          </p:nvSpPr>
          <p:spPr>
            <a:xfrm>
              <a:off x="9831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8" name="Rectangle 587"/>
            <p:cNvSpPr/>
            <p:nvPr/>
          </p:nvSpPr>
          <p:spPr>
            <a:xfrm>
              <a:off x="9839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9" name="Rectangle 588"/>
            <p:cNvSpPr/>
            <p:nvPr/>
          </p:nvSpPr>
          <p:spPr>
            <a:xfrm>
              <a:off x="9904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0" name="Person117"/>
          <p:cNvGrpSpPr/>
          <p:nvPr/>
        </p:nvGrpSpPr>
        <p:grpSpPr>
          <a:xfrm>
            <a:off x="10021728" y="3409950"/>
            <a:ext cx="122872" cy="298989"/>
            <a:chOff x="10021728" y="3409950"/>
            <a:chExt cx="122872" cy="298989"/>
          </a:xfrm>
        </p:grpSpPr>
        <p:sp>
          <p:nvSpPr>
            <p:cNvPr id="591" name="Oval 590"/>
            <p:cNvSpPr/>
            <p:nvPr/>
          </p:nvSpPr>
          <p:spPr>
            <a:xfrm>
              <a:off x="10050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2" name="Rounded Rectangle 591"/>
            <p:cNvSpPr/>
            <p:nvPr/>
          </p:nvSpPr>
          <p:spPr>
            <a:xfrm>
              <a:off x="10021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3" name="Rectangle 592"/>
            <p:cNvSpPr/>
            <p:nvPr/>
          </p:nvSpPr>
          <p:spPr>
            <a:xfrm>
              <a:off x="10029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4" name="Rectangle 593"/>
            <p:cNvSpPr/>
            <p:nvPr/>
          </p:nvSpPr>
          <p:spPr>
            <a:xfrm>
              <a:off x="10095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95" name="Person118"/>
          <p:cNvGrpSpPr/>
          <p:nvPr/>
        </p:nvGrpSpPr>
        <p:grpSpPr>
          <a:xfrm>
            <a:off x="10212228" y="3409950"/>
            <a:ext cx="122872" cy="298989"/>
            <a:chOff x="10212228" y="3409950"/>
            <a:chExt cx="122872" cy="298989"/>
          </a:xfrm>
        </p:grpSpPr>
        <p:sp>
          <p:nvSpPr>
            <p:cNvPr id="596" name="Oval 595"/>
            <p:cNvSpPr/>
            <p:nvPr/>
          </p:nvSpPr>
          <p:spPr>
            <a:xfrm>
              <a:off x="10240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7" name="Rounded Rectangle 596"/>
            <p:cNvSpPr/>
            <p:nvPr/>
          </p:nvSpPr>
          <p:spPr>
            <a:xfrm>
              <a:off x="10212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8" name="Rectangle 597"/>
            <p:cNvSpPr/>
            <p:nvPr/>
          </p:nvSpPr>
          <p:spPr>
            <a:xfrm>
              <a:off x="10220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9" name="Rectangle 598"/>
            <p:cNvSpPr/>
            <p:nvPr/>
          </p:nvSpPr>
          <p:spPr>
            <a:xfrm>
              <a:off x="10285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0" name="Person119"/>
          <p:cNvGrpSpPr/>
          <p:nvPr/>
        </p:nvGrpSpPr>
        <p:grpSpPr>
          <a:xfrm>
            <a:off x="10402728" y="3409950"/>
            <a:ext cx="122872" cy="298989"/>
            <a:chOff x="10402728" y="3409950"/>
            <a:chExt cx="122872" cy="298989"/>
          </a:xfrm>
        </p:grpSpPr>
        <p:sp>
          <p:nvSpPr>
            <p:cNvPr id="601" name="Oval 600"/>
            <p:cNvSpPr/>
            <p:nvPr/>
          </p:nvSpPr>
          <p:spPr>
            <a:xfrm>
              <a:off x="10431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2" name="Rounded Rectangle 601"/>
            <p:cNvSpPr/>
            <p:nvPr/>
          </p:nvSpPr>
          <p:spPr>
            <a:xfrm>
              <a:off x="10402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3" name="Rectangle 602"/>
            <p:cNvSpPr/>
            <p:nvPr/>
          </p:nvSpPr>
          <p:spPr>
            <a:xfrm>
              <a:off x="10410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4" name="Rectangle 603"/>
            <p:cNvSpPr/>
            <p:nvPr/>
          </p:nvSpPr>
          <p:spPr>
            <a:xfrm>
              <a:off x="10476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05" name="Person120"/>
          <p:cNvGrpSpPr/>
          <p:nvPr/>
        </p:nvGrpSpPr>
        <p:grpSpPr>
          <a:xfrm>
            <a:off x="10593228" y="3409950"/>
            <a:ext cx="122872" cy="298989"/>
            <a:chOff x="10593228" y="3409950"/>
            <a:chExt cx="122872" cy="298989"/>
          </a:xfrm>
        </p:grpSpPr>
        <p:sp>
          <p:nvSpPr>
            <p:cNvPr id="606" name="Oval 605"/>
            <p:cNvSpPr/>
            <p:nvPr/>
          </p:nvSpPr>
          <p:spPr>
            <a:xfrm>
              <a:off x="10621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7" name="Rounded Rectangle 606"/>
            <p:cNvSpPr/>
            <p:nvPr/>
          </p:nvSpPr>
          <p:spPr>
            <a:xfrm>
              <a:off x="10593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8" name="Rectangle 607"/>
            <p:cNvSpPr/>
            <p:nvPr/>
          </p:nvSpPr>
          <p:spPr>
            <a:xfrm>
              <a:off x="10601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9" name="Rectangle 608"/>
            <p:cNvSpPr/>
            <p:nvPr/>
          </p:nvSpPr>
          <p:spPr>
            <a:xfrm>
              <a:off x="10666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0" name="Person121"/>
          <p:cNvGrpSpPr/>
          <p:nvPr/>
        </p:nvGrpSpPr>
        <p:grpSpPr>
          <a:xfrm>
            <a:off x="10783728" y="3409950"/>
            <a:ext cx="122872" cy="298989"/>
            <a:chOff x="10783728" y="3409950"/>
            <a:chExt cx="122872" cy="298989"/>
          </a:xfrm>
        </p:grpSpPr>
        <p:sp>
          <p:nvSpPr>
            <p:cNvPr id="611" name="Oval 610"/>
            <p:cNvSpPr/>
            <p:nvPr/>
          </p:nvSpPr>
          <p:spPr>
            <a:xfrm>
              <a:off x="10812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2" name="Rounded Rectangle 611"/>
            <p:cNvSpPr/>
            <p:nvPr/>
          </p:nvSpPr>
          <p:spPr>
            <a:xfrm>
              <a:off x="10783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3" name="Rectangle 612"/>
            <p:cNvSpPr/>
            <p:nvPr/>
          </p:nvSpPr>
          <p:spPr>
            <a:xfrm>
              <a:off x="10791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4" name="Rectangle 613"/>
            <p:cNvSpPr/>
            <p:nvPr/>
          </p:nvSpPr>
          <p:spPr>
            <a:xfrm>
              <a:off x="10857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15" name="Person122"/>
          <p:cNvGrpSpPr/>
          <p:nvPr/>
        </p:nvGrpSpPr>
        <p:grpSpPr>
          <a:xfrm>
            <a:off x="10974228" y="3409950"/>
            <a:ext cx="122872" cy="298989"/>
            <a:chOff x="10974228" y="3409950"/>
            <a:chExt cx="122872" cy="298989"/>
          </a:xfrm>
        </p:grpSpPr>
        <p:sp>
          <p:nvSpPr>
            <p:cNvPr id="616" name="Oval 615"/>
            <p:cNvSpPr/>
            <p:nvPr/>
          </p:nvSpPr>
          <p:spPr>
            <a:xfrm>
              <a:off x="11002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7" name="Rounded Rectangle 616"/>
            <p:cNvSpPr/>
            <p:nvPr/>
          </p:nvSpPr>
          <p:spPr>
            <a:xfrm>
              <a:off x="10974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8" name="Rectangle 617"/>
            <p:cNvSpPr/>
            <p:nvPr/>
          </p:nvSpPr>
          <p:spPr>
            <a:xfrm>
              <a:off x="10982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9" name="Rectangle 618"/>
            <p:cNvSpPr/>
            <p:nvPr/>
          </p:nvSpPr>
          <p:spPr>
            <a:xfrm>
              <a:off x="11047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0" name="Person123"/>
          <p:cNvGrpSpPr/>
          <p:nvPr/>
        </p:nvGrpSpPr>
        <p:grpSpPr>
          <a:xfrm>
            <a:off x="11164728" y="3409950"/>
            <a:ext cx="122872" cy="298989"/>
            <a:chOff x="11164728" y="3409950"/>
            <a:chExt cx="122872" cy="298989"/>
          </a:xfrm>
        </p:grpSpPr>
        <p:sp>
          <p:nvSpPr>
            <p:cNvPr id="621" name="Oval 620"/>
            <p:cNvSpPr/>
            <p:nvPr/>
          </p:nvSpPr>
          <p:spPr>
            <a:xfrm>
              <a:off x="111933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2" name="Rounded Rectangle 621"/>
            <p:cNvSpPr/>
            <p:nvPr/>
          </p:nvSpPr>
          <p:spPr>
            <a:xfrm>
              <a:off x="111647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3" name="Rectangle 622"/>
            <p:cNvSpPr/>
            <p:nvPr/>
          </p:nvSpPr>
          <p:spPr>
            <a:xfrm>
              <a:off x="111729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4" name="Rectangle 623"/>
            <p:cNvSpPr/>
            <p:nvPr/>
          </p:nvSpPr>
          <p:spPr>
            <a:xfrm>
              <a:off x="112384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25" name="Person124"/>
          <p:cNvGrpSpPr/>
          <p:nvPr/>
        </p:nvGrpSpPr>
        <p:grpSpPr>
          <a:xfrm>
            <a:off x="11355228" y="3409950"/>
            <a:ext cx="122872" cy="298989"/>
            <a:chOff x="11355228" y="3409950"/>
            <a:chExt cx="122872" cy="298989"/>
          </a:xfrm>
        </p:grpSpPr>
        <p:sp>
          <p:nvSpPr>
            <p:cNvPr id="626" name="Oval 625"/>
            <p:cNvSpPr/>
            <p:nvPr/>
          </p:nvSpPr>
          <p:spPr>
            <a:xfrm>
              <a:off x="11383899" y="34099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7" name="Rounded Rectangle 626"/>
            <p:cNvSpPr/>
            <p:nvPr/>
          </p:nvSpPr>
          <p:spPr>
            <a:xfrm>
              <a:off x="11355228" y="34959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8" name="Rectangle 627"/>
            <p:cNvSpPr/>
            <p:nvPr/>
          </p:nvSpPr>
          <p:spPr>
            <a:xfrm>
              <a:off x="11363420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9" name="Rectangle 628"/>
            <p:cNvSpPr/>
            <p:nvPr/>
          </p:nvSpPr>
          <p:spPr>
            <a:xfrm>
              <a:off x="11428952" y="35901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0" name="Person125"/>
          <p:cNvGrpSpPr/>
          <p:nvPr/>
        </p:nvGrpSpPr>
        <p:grpSpPr>
          <a:xfrm>
            <a:off x="6783228" y="3810000"/>
            <a:ext cx="122872" cy="298989"/>
            <a:chOff x="6783228" y="3810000"/>
            <a:chExt cx="122872" cy="298989"/>
          </a:xfrm>
        </p:grpSpPr>
        <p:sp>
          <p:nvSpPr>
            <p:cNvPr id="631" name="Oval 630"/>
            <p:cNvSpPr/>
            <p:nvPr/>
          </p:nvSpPr>
          <p:spPr>
            <a:xfrm>
              <a:off x="681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2" name="Rounded Rectangle 631"/>
            <p:cNvSpPr/>
            <p:nvPr/>
          </p:nvSpPr>
          <p:spPr>
            <a:xfrm>
              <a:off x="678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3" name="Rectangle 632"/>
            <p:cNvSpPr/>
            <p:nvPr/>
          </p:nvSpPr>
          <p:spPr>
            <a:xfrm>
              <a:off x="679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4" name="Rectangle 633"/>
            <p:cNvSpPr/>
            <p:nvPr/>
          </p:nvSpPr>
          <p:spPr>
            <a:xfrm>
              <a:off x="685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35" name="Person126"/>
          <p:cNvGrpSpPr/>
          <p:nvPr/>
        </p:nvGrpSpPr>
        <p:grpSpPr>
          <a:xfrm>
            <a:off x="6973728" y="3810000"/>
            <a:ext cx="122872" cy="298989"/>
            <a:chOff x="6973728" y="3810000"/>
            <a:chExt cx="122872" cy="298989"/>
          </a:xfrm>
        </p:grpSpPr>
        <p:sp>
          <p:nvSpPr>
            <p:cNvPr id="636" name="Oval 635"/>
            <p:cNvSpPr/>
            <p:nvPr/>
          </p:nvSpPr>
          <p:spPr>
            <a:xfrm>
              <a:off x="7002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7" name="Rounded Rectangle 636"/>
            <p:cNvSpPr/>
            <p:nvPr/>
          </p:nvSpPr>
          <p:spPr>
            <a:xfrm>
              <a:off x="697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8" name="Rectangle 637"/>
            <p:cNvSpPr/>
            <p:nvPr/>
          </p:nvSpPr>
          <p:spPr>
            <a:xfrm>
              <a:off x="698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9" name="Rectangle 638"/>
            <p:cNvSpPr/>
            <p:nvPr/>
          </p:nvSpPr>
          <p:spPr>
            <a:xfrm>
              <a:off x="704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0" name="Person127"/>
          <p:cNvGrpSpPr/>
          <p:nvPr/>
        </p:nvGrpSpPr>
        <p:grpSpPr>
          <a:xfrm>
            <a:off x="7164228" y="3810000"/>
            <a:ext cx="122872" cy="298989"/>
            <a:chOff x="7164228" y="3810000"/>
            <a:chExt cx="122872" cy="298989"/>
          </a:xfrm>
        </p:grpSpPr>
        <p:sp>
          <p:nvSpPr>
            <p:cNvPr id="641" name="Oval 640"/>
            <p:cNvSpPr/>
            <p:nvPr/>
          </p:nvSpPr>
          <p:spPr>
            <a:xfrm>
              <a:off x="719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2" name="Rounded Rectangle 641"/>
            <p:cNvSpPr/>
            <p:nvPr/>
          </p:nvSpPr>
          <p:spPr>
            <a:xfrm>
              <a:off x="716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3" name="Rectangle 642"/>
            <p:cNvSpPr/>
            <p:nvPr/>
          </p:nvSpPr>
          <p:spPr>
            <a:xfrm>
              <a:off x="717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4" name="Rectangle 643"/>
            <p:cNvSpPr/>
            <p:nvPr/>
          </p:nvSpPr>
          <p:spPr>
            <a:xfrm>
              <a:off x="723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45" name="Person128"/>
          <p:cNvGrpSpPr/>
          <p:nvPr/>
        </p:nvGrpSpPr>
        <p:grpSpPr>
          <a:xfrm>
            <a:off x="7354728" y="3810000"/>
            <a:ext cx="122872" cy="298989"/>
            <a:chOff x="7354728" y="3810000"/>
            <a:chExt cx="122872" cy="298989"/>
          </a:xfrm>
        </p:grpSpPr>
        <p:sp>
          <p:nvSpPr>
            <p:cNvPr id="646" name="Oval 645"/>
            <p:cNvSpPr/>
            <p:nvPr/>
          </p:nvSpPr>
          <p:spPr>
            <a:xfrm>
              <a:off x="738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7" name="Rounded Rectangle 646"/>
            <p:cNvSpPr/>
            <p:nvPr/>
          </p:nvSpPr>
          <p:spPr>
            <a:xfrm>
              <a:off x="735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8" name="Rectangle 647"/>
            <p:cNvSpPr/>
            <p:nvPr/>
          </p:nvSpPr>
          <p:spPr>
            <a:xfrm>
              <a:off x="736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9" name="Rectangle 648"/>
            <p:cNvSpPr/>
            <p:nvPr/>
          </p:nvSpPr>
          <p:spPr>
            <a:xfrm>
              <a:off x="742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0" name="Person129"/>
          <p:cNvGrpSpPr/>
          <p:nvPr/>
        </p:nvGrpSpPr>
        <p:grpSpPr>
          <a:xfrm>
            <a:off x="7545228" y="3810000"/>
            <a:ext cx="122872" cy="298989"/>
            <a:chOff x="7545228" y="3810000"/>
            <a:chExt cx="122872" cy="298989"/>
          </a:xfrm>
        </p:grpSpPr>
        <p:sp>
          <p:nvSpPr>
            <p:cNvPr id="651" name="Oval 650"/>
            <p:cNvSpPr/>
            <p:nvPr/>
          </p:nvSpPr>
          <p:spPr>
            <a:xfrm>
              <a:off x="757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2" name="Rounded Rectangle 651"/>
            <p:cNvSpPr/>
            <p:nvPr/>
          </p:nvSpPr>
          <p:spPr>
            <a:xfrm>
              <a:off x="754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3" name="Rectangle 652"/>
            <p:cNvSpPr/>
            <p:nvPr/>
          </p:nvSpPr>
          <p:spPr>
            <a:xfrm>
              <a:off x="755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4" name="Rectangle 653"/>
            <p:cNvSpPr/>
            <p:nvPr/>
          </p:nvSpPr>
          <p:spPr>
            <a:xfrm>
              <a:off x="761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55" name="Person130"/>
          <p:cNvGrpSpPr/>
          <p:nvPr/>
        </p:nvGrpSpPr>
        <p:grpSpPr>
          <a:xfrm>
            <a:off x="7735728" y="3810000"/>
            <a:ext cx="122872" cy="298989"/>
            <a:chOff x="7735728" y="3810000"/>
            <a:chExt cx="122872" cy="298989"/>
          </a:xfrm>
        </p:grpSpPr>
        <p:sp>
          <p:nvSpPr>
            <p:cNvPr id="656" name="Oval 655"/>
            <p:cNvSpPr/>
            <p:nvPr/>
          </p:nvSpPr>
          <p:spPr>
            <a:xfrm>
              <a:off x="77643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7" name="Rounded Rectangle 656"/>
            <p:cNvSpPr/>
            <p:nvPr/>
          </p:nvSpPr>
          <p:spPr>
            <a:xfrm>
              <a:off x="7735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8" name="Rectangle 657"/>
            <p:cNvSpPr/>
            <p:nvPr/>
          </p:nvSpPr>
          <p:spPr>
            <a:xfrm>
              <a:off x="7743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9" name="Rectangle 658"/>
            <p:cNvSpPr/>
            <p:nvPr/>
          </p:nvSpPr>
          <p:spPr>
            <a:xfrm>
              <a:off x="7809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0" name="Person131"/>
          <p:cNvGrpSpPr/>
          <p:nvPr/>
        </p:nvGrpSpPr>
        <p:grpSpPr>
          <a:xfrm>
            <a:off x="7926228" y="3810000"/>
            <a:ext cx="122872" cy="298989"/>
            <a:chOff x="7926228" y="3810000"/>
            <a:chExt cx="122872" cy="298989"/>
          </a:xfrm>
        </p:grpSpPr>
        <p:sp>
          <p:nvSpPr>
            <p:cNvPr id="661" name="Oval 660"/>
            <p:cNvSpPr/>
            <p:nvPr/>
          </p:nvSpPr>
          <p:spPr>
            <a:xfrm>
              <a:off x="7954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2" name="Rounded Rectangle 661"/>
            <p:cNvSpPr/>
            <p:nvPr/>
          </p:nvSpPr>
          <p:spPr>
            <a:xfrm>
              <a:off x="7926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3" name="Rectangle 662"/>
            <p:cNvSpPr/>
            <p:nvPr/>
          </p:nvSpPr>
          <p:spPr>
            <a:xfrm>
              <a:off x="7934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4" name="Rectangle 663"/>
            <p:cNvSpPr/>
            <p:nvPr/>
          </p:nvSpPr>
          <p:spPr>
            <a:xfrm>
              <a:off x="7999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65" name="Person132"/>
          <p:cNvGrpSpPr/>
          <p:nvPr/>
        </p:nvGrpSpPr>
        <p:grpSpPr>
          <a:xfrm>
            <a:off x="8116728" y="3810000"/>
            <a:ext cx="122872" cy="298989"/>
            <a:chOff x="8116728" y="3810000"/>
            <a:chExt cx="122872" cy="298989"/>
          </a:xfrm>
        </p:grpSpPr>
        <p:sp>
          <p:nvSpPr>
            <p:cNvPr id="666" name="Oval 665"/>
            <p:cNvSpPr/>
            <p:nvPr/>
          </p:nvSpPr>
          <p:spPr>
            <a:xfrm>
              <a:off x="8145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7" name="Rounded Rectangle 666"/>
            <p:cNvSpPr/>
            <p:nvPr/>
          </p:nvSpPr>
          <p:spPr>
            <a:xfrm>
              <a:off x="8116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8" name="Rectangle 667"/>
            <p:cNvSpPr/>
            <p:nvPr/>
          </p:nvSpPr>
          <p:spPr>
            <a:xfrm>
              <a:off x="8124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9" name="Rectangle 668"/>
            <p:cNvSpPr/>
            <p:nvPr/>
          </p:nvSpPr>
          <p:spPr>
            <a:xfrm>
              <a:off x="8190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0" name="Person133"/>
          <p:cNvGrpSpPr/>
          <p:nvPr/>
        </p:nvGrpSpPr>
        <p:grpSpPr>
          <a:xfrm>
            <a:off x="8307228" y="3810000"/>
            <a:ext cx="122872" cy="298989"/>
            <a:chOff x="8307228" y="3810000"/>
            <a:chExt cx="122872" cy="298989"/>
          </a:xfrm>
        </p:grpSpPr>
        <p:sp>
          <p:nvSpPr>
            <p:cNvPr id="671" name="Oval 670"/>
            <p:cNvSpPr/>
            <p:nvPr/>
          </p:nvSpPr>
          <p:spPr>
            <a:xfrm>
              <a:off x="8335898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2" name="Rounded Rectangle 671"/>
            <p:cNvSpPr/>
            <p:nvPr/>
          </p:nvSpPr>
          <p:spPr>
            <a:xfrm>
              <a:off x="8307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3" name="Rectangle 672"/>
            <p:cNvSpPr/>
            <p:nvPr/>
          </p:nvSpPr>
          <p:spPr>
            <a:xfrm>
              <a:off x="8315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4" name="Rectangle 673"/>
            <p:cNvSpPr/>
            <p:nvPr/>
          </p:nvSpPr>
          <p:spPr>
            <a:xfrm>
              <a:off x="8380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75" name="Person134"/>
          <p:cNvGrpSpPr/>
          <p:nvPr/>
        </p:nvGrpSpPr>
        <p:grpSpPr>
          <a:xfrm>
            <a:off x="8497728" y="3810000"/>
            <a:ext cx="122872" cy="298989"/>
            <a:chOff x="8497728" y="3810000"/>
            <a:chExt cx="122872" cy="298989"/>
          </a:xfrm>
        </p:grpSpPr>
        <p:sp>
          <p:nvSpPr>
            <p:cNvPr id="676" name="Oval 675"/>
            <p:cNvSpPr/>
            <p:nvPr/>
          </p:nvSpPr>
          <p:spPr>
            <a:xfrm>
              <a:off x="8526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7" name="Rounded Rectangle 676"/>
            <p:cNvSpPr/>
            <p:nvPr/>
          </p:nvSpPr>
          <p:spPr>
            <a:xfrm>
              <a:off x="8497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8" name="Rectangle 677"/>
            <p:cNvSpPr/>
            <p:nvPr/>
          </p:nvSpPr>
          <p:spPr>
            <a:xfrm>
              <a:off x="8505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9" name="Rectangle 678"/>
            <p:cNvSpPr/>
            <p:nvPr/>
          </p:nvSpPr>
          <p:spPr>
            <a:xfrm>
              <a:off x="8571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0" name="Person135"/>
          <p:cNvGrpSpPr/>
          <p:nvPr/>
        </p:nvGrpSpPr>
        <p:grpSpPr>
          <a:xfrm>
            <a:off x="8688228" y="3810000"/>
            <a:ext cx="122872" cy="298989"/>
            <a:chOff x="8688228" y="3810000"/>
            <a:chExt cx="122872" cy="298989"/>
          </a:xfrm>
        </p:grpSpPr>
        <p:sp>
          <p:nvSpPr>
            <p:cNvPr id="681" name="Oval 680"/>
            <p:cNvSpPr/>
            <p:nvPr/>
          </p:nvSpPr>
          <p:spPr>
            <a:xfrm>
              <a:off x="8716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2" name="Rounded Rectangle 681"/>
            <p:cNvSpPr/>
            <p:nvPr/>
          </p:nvSpPr>
          <p:spPr>
            <a:xfrm>
              <a:off x="8688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3" name="Rectangle 682"/>
            <p:cNvSpPr/>
            <p:nvPr/>
          </p:nvSpPr>
          <p:spPr>
            <a:xfrm>
              <a:off x="8696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4" name="Rectangle 683"/>
            <p:cNvSpPr/>
            <p:nvPr/>
          </p:nvSpPr>
          <p:spPr>
            <a:xfrm>
              <a:off x="8761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85" name="Person136"/>
          <p:cNvGrpSpPr/>
          <p:nvPr/>
        </p:nvGrpSpPr>
        <p:grpSpPr>
          <a:xfrm>
            <a:off x="8878728" y="3810000"/>
            <a:ext cx="122872" cy="298989"/>
            <a:chOff x="8878728" y="3810000"/>
            <a:chExt cx="122872" cy="298989"/>
          </a:xfrm>
        </p:grpSpPr>
        <p:sp>
          <p:nvSpPr>
            <p:cNvPr id="686" name="Oval 685"/>
            <p:cNvSpPr/>
            <p:nvPr/>
          </p:nvSpPr>
          <p:spPr>
            <a:xfrm>
              <a:off x="8907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7" name="Rounded Rectangle 686"/>
            <p:cNvSpPr/>
            <p:nvPr/>
          </p:nvSpPr>
          <p:spPr>
            <a:xfrm>
              <a:off x="8878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8" name="Rectangle 687"/>
            <p:cNvSpPr/>
            <p:nvPr/>
          </p:nvSpPr>
          <p:spPr>
            <a:xfrm>
              <a:off x="8886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9" name="Rectangle 688"/>
            <p:cNvSpPr/>
            <p:nvPr/>
          </p:nvSpPr>
          <p:spPr>
            <a:xfrm>
              <a:off x="8952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0" name="Person137"/>
          <p:cNvGrpSpPr/>
          <p:nvPr/>
        </p:nvGrpSpPr>
        <p:grpSpPr>
          <a:xfrm>
            <a:off x="9069228" y="3810000"/>
            <a:ext cx="122872" cy="298989"/>
            <a:chOff x="9069228" y="3810000"/>
            <a:chExt cx="122872" cy="298989"/>
          </a:xfrm>
        </p:grpSpPr>
        <p:sp>
          <p:nvSpPr>
            <p:cNvPr id="691" name="Oval 690"/>
            <p:cNvSpPr/>
            <p:nvPr/>
          </p:nvSpPr>
          <p:spPr>
            <a:xfrm>
              <a:off x="9097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2" name="Rounded Rectangle 691"/>
            <p:cNvSpPr/>
            <p:nvPr/>
          </p:nvSpPr>
          <p:spPr>
            <a:xfrm>
              <a:off x="9069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3" name="Rectangle 692"/>
            <p:cNvSpPr/>
            <p:nvPr/>
          </p:nvSpPr>
          <p:spPr>
            <a:xfrm>
              <a:off x="9077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4" name="Rectangle 693"/>
            <p:cNvSpPr/>
            <p:nvPr/>
          </p:nvSpPr>
          <p:spPr>
            <a:xfrm>
              <a:off x="9142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95" name="Person138"/>
          <p:cNvGrpSpPr/>
          <p:nvPr/>
        </p:nvGrpSpPr>
        <p:grpSpPr>
          <a:xfrm>
            <a:off x="9259728" y="3810000"/>
            <a:ext cx="122872" cy="298989"/>
            <a:chOff x="9259728" y="3810000"/>
            <a:chExt cx="122872" cy="298989"/>
          </a:xfrm>
        </p:grpSpPr>
        <p:sp>
          <p:nvSpPr>
            <p:cNvPr id="696" name="Oval 695"/>
            <p:cNvSpPr/>
            <p:nvPr/>
          </p:nvSpPr>
          <p:spPr>
            <a:xfrm>
              <a:off x="9288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7" name="Rounded Rectangle 696"/>
            <p:cNvSpPr/>
            <p:nvPr/>
          </p:nvSpPr>
          <p:spPr>
            <a:xfrm>
              <a:off x="9259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8" name="Rectangle 697"/>
            <p:cNvSpPr/>
            <p:nvPr/>
          </p:nvSpPr>
          <p:spPr>
            <a:xfrm>
              <a:off x="9267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9" name="Rectangle 698"/>
            <p:cNvSpPr/>
            <p:nvPr/>
          </p:nvSpPr>
          <p:spPr>
            <a:xfrm>
              <a:off x="9333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0" name="Person139"/>
          <p:cNvGrpSpPr/>
          <p:nvPr/>
        </p:nvGrpSpPr>
        <p:grpSpPr>
          <a:xfrm>
            <a:off x="9450228" y="3810000"/>
            <a:ext cx="122872" cy="298989"/>
            <a:chOff x="9450228" y="3810000"/>
            <a:chExt cx="122872" cy="298989"/>
          </a:xfrm>
        </p:grpSpPr>
        <p:sp>
          <p:nvSpPr>
            <p:cNvPr id="701" name="Oval 700"/>
            <p:cNvSpPr/>
            <p:nvPr/>
          </p:nvSpPr>
          <p:spPr>
            <a:xfrm>
              <a:off x="9478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2" name="Rounded Rectangle 701"/>
            <p:cNvSpPr/>
            <p:nvPr/>
          </p:nvSpPr>
          <p:spPr>
            <a:xfrm>
              <a:off x="9450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3" name="Rectangle 702"/>
            <p:cNvSpPr/>
            <p:nvPr/>
          </p:nvSpPr>
          <p:spPr>
            <a:xfrm>
              <a:off x="9458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4" name="Rectangle 703"/>
            <p:cNvSpPr/>
            <p:nvPr/>
          </p:nvSpPr>
          <p:spPr>
            <a:xfrm>
              <a:off x="9523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05" name="Person140"/>
          <p:cNvGrpSpPr/>
          <p:nvPr/>
        </p:nvGrpSpPr>
        <p:grpSpPr>
          <a:xfrm>
            <a:off x="9640728" y="3810000"/>
            <a:ext cx="122872" cy="298989"/>
            <a:chOff x="9640728" y="3810000"/>
            <a:chExt cx="122872" cy="298989"/>
          </a:xfrm>
        </p:grpSpPr>
        <p:sp>
          <p:nvSpPr>
            <p:cNvPr id="706" name="Oval 705"/>
            <p:cNvSpPr/>
            <p:nvPr/>
          </p:nvSpPr>
          <p:spPr>
            <a:xfrm>
              <a:off x="9669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7" name="Rounded Rectangle 706"/>
            <p:cNvSpPr/>
            <p:nvPr/>
          </p:nvSpPr>
          <p:spPr>
            <a:xfrm>
              <a:off x="9640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8" name="Rectangle 707"/>
            <p:cNvSpPr/>
            <p:nvPr/>
          </p:nvSpPr>
          <p:spPr>
            <a:xfrm>
              <a:off x="9648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9" name="Rectangle 708"/>
            <p:cNvSpPr/>
            <p:nvPr/>
          </p:nvSpPr>
          <p:spPr>
            <a:xfrm>
              <a:off x="9714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0" name="Person141"/>
          <p:cNvGrpSpPr/>
          <p:nvPr/>
        </p:nvGrpSpPr>
        <p:grpSpPr>
          <a:xfrm>
            <a:off x="9831228" y="3810000"/>
            <a:ext cx="122872" cy="298989"/>
            <a:chOff x="9831228" y="3810000"/>
            <a:chExt cx="122872" cy="298989"/>
          </a:xfrm>
        </p:grpSpPr>
        <p:sp>
          <p:nvSpPr>
            <p:cNvPr id="711" name="Oval 710"/>
            <p:cNvSpPr/>
            <p:nvPr/>
          </p:nvSpPr>
          <p:spPr>
            <a:xfrm>
              <a:off x="9859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2" name="Rounded Rectangle 711"/>
            <p:cNvSpPr/>
            <p:nvPr/>
          </p:nvSpPr>
          <p:spPr>
            <a:xfrm>
              <a:off x="9831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3" name="Rectangle 712"/>
            <p:cNvSpPr/>
            <p:nvPr/>
          </p:nvSpPr>
          <p:spPr>
            <a:xfrm>
              <a:off x="9839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4" name="Rectangle 713"/>
            <p:cNvSpPr/>
            <p:nvPr/>
          </p:nvSpPr>
          <p:spPr>
            <a:xfrm>
              <a:off x="9904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15" name="Person142"/>
          <p:cNvGrpSpPr/>
          <p:nvPr/>
        </p:nvGrpSpPr>
        <p:grpSpPr>
          <a:xfrm>
            <a:off x="10021728" y="3810000"/>
            <a:ext cx="122872" cy="298989"/>
            <a:chOff x="10021728" y="3810000"/>
            <a:chExt cx="122872" cy="298989"/>
          </a:xfrm>
        </p:grpSpPr>
        <p:sp>
          <p:nvSpPr>
            <p:cNvPr id="716" name="Oval 715"/>
            <p:cNvSpPr/>
            <p:nvPr/>
          </p:nvSpPr>
          <p:spPr>
            <a:xfrm>
              <a:off x="10050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7" name="Rounded Rectangle 716"/>
            <p:cNvSpPr/>
            <p:nvPr/>
          </p:nvSpPr>
          <p:spPr>
            <a:xfrm>
              <a:off x="10021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8" name="Rectangle 717"/>
            <p:cNvSpPr/>
            <p:nvPr/>
          </p:nvSpPr>
          <p:spPr>
            <a:xfrm>
              <a:off x="10029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9" name="Rectangle 718"/>
            <p:cNvSpPr/>
            <p:nvPr/>
          </p:nvSpPr>
          <p:spPr>
            <a:xfrm>
              <a:off x="10095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0" name="Person143"/>
          <p:cNvGrpSpPr/>
          <p:nvPr/>
        </p:nvGrpSpPr>
        <p:grpSpPr>
          <a:xfrm>
            <a:off x="10212228" y="3810000"/>
            <a:ext cx="122872" cy="298989"/>
            <a:chOff x="10212228" y="3810000"/>
            <a:chExt cx="122872" cy="298989"/>
          </a:xfrm>
        </p:grpSpPr>
        <p:sp>
          <p:nvSpPr>
            <p:cNvPr id="721" name="Oval 720"/>
            <p:cNvSpPr/>
            <p:nvPr/>
          </p:nvSpPr>
          <p:spPr>
            <a:xfrm>
              <a:off x="10240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2" name="Rounded Rectangle 721"/>
            <p:cNvSpPr/>
            <p:nvPr/>
          </p:nvSpPr>
          <p:spPr>
            <a:xfrm>
              <a:off x="10212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3" name="Rectangle 722"/>
            <p:cNvSpPr/>
            <p:nvPr/>
          </p:nvSpPr>
          <p:spPr>
            <a:xfrm>
              <a:off x="10220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4" name="Rectangle 723"/>
            <p:cNvSpPr/>
            <p:nvPr/>
          </p:nvSpPr>
          <p:spPr>
            <a:xfrm>
              <a:off x="10285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25" name="Person144"/>
          <p:cNvGrpSpPr/>
          <p:nvPr/>
        </p:nvGrpSpPr>
        <p:grpSpPr>
          <a:xfrm>
            <a:off x="10402728" y="3810000"/>
            <a:ext cx="122872" cy="298989"/>
            <a:chOff x="10402728" y="3810000"/>
            <a:chExt cx="122872" cy="298989"/>
          </a:xfrm>
        </p:grpSpPr>
        <p:sp>
          <p:nvSpPr>
            <p:cNvPr id="726" name="Oval 725"/>
            <p:cNvSpPr/>
            <p:nvPr/>
          </p:nvSpPr>
          <p:spPr>
            <a:xfrm>
              <a:off x="10431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7" name="Rounded Rectangle 726"/>
            <p:cNvSpPr/>
            <p:nvPr/>
          </p:nvSpPr>
          <p:spPr>
            <a:xfrm>
              <a:off x="10402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8" name="Rectangle 727"/>
            <p:cNvSpPr/>
            <p:nvPr/>
          </p:nvSpPr>
          <p:spPr>
            <a:xfrm>
              <a:off x="10410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9" name="Rectangle 728"/>
            <p:cNvSpPr/>
            <p:nvPr/>
          </p:nvSpPr>
          <p:spPr>
            <a:xfrm>
              <a:off x="10476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0" name="Person145"/>
          <p:cNvGrpSpPr/>
          <p:nvPr/>
        </p:nvGrpSpPr>
        <p:grpSpPr>
          <a:xfrm>
            <a:off x="10593228" y="3810000"/>
            <a:ext cx="122872" cy="298989"/>
            <a:chOff x="10593228" y="3810000"/>
            <a:chExt cx="122872" cy="298989"/>
          </a:xfrm>
        </p:grpSpPr>
        <p:sp>
          <p:nvSpPr>
            <p:cNvPr id="731" name="Oval 730"/>
            <p:cNvSpPr/>
            <p:nvPr/>
          </p:nvSpPr>
          <p:spPr>
            <a:xfrm>
              <a:off x="10621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2" name="Rounded Rectangle 731"/>
            <p:cNvSpPr/>
            <p:nvPr/>
          </p:nvSpPr>
          <p:spPr>
            <a:xfrm>
              <a:off x="10593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3" name="Rectangle 732"/>
            <p:cNvSpPr/>
            <p:nvPr/>
          </p:nvSpPr>
          <p:spPr>
            <a:xfrm>
              <a:off x="10601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4" name="Rectangle 733"/>
            <p:cNvSpPr/>
            <p:nvPr/>
          </p:nvSpPr>
          <p:spPr>
            <a:xfrm>
              <a:off x="10666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35" name="Person146"/>
          <p:cNvGrpSpPr/>
          <p:nvPr/>
        </p:nvGrpSpPr>
        <p:grpSpPr>
          <a:xfrm>
            <a:off x="10783728" y="3810000"/>
            <a:ext cx="122872" cy="298989"/>
            <a:chOff x="10783728" y="3810000"/>
            <a:chExt cx="122872" cy="298989"/>
          </a:xfrm>
        </p:grpSpPr>
        <p:sp>
          <p:nvSpPr>
            <p:cNvPr id="736" name="Oval 735"/>
            <p:cNvSpPr/>
            <p:nvPr/>
          </p:nvSpPr>
          <p:spPr>
            <a:xfrm>
              <a:off x="10812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7" name="Rounded Rectangle 736"/>
            <p:cNvSpPr/>
            <p:nvPr/>
          </p:nvSpPr>
          <p:spPr>
            <a:xfrm>
              <a:off x="10783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8" name="Rectangle 737"/>
            <p:cNvSpPr/>
            <p:nvPr/>
          </p:nvSpPr>
          <p:spPr>
            <a:xfrm>
              <a:off x="10791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9" name="Rectangle 738"/>
            <p:cNvSpPr/>
            <p:nvPr/>
          </p:nvSpPr>
          <p:spPr>
            <a:xfrm>
              <a:off x="10857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0" name="Person147"/>
          <p:cNvGrpSpPr/>
          <p:nvPr/>
        </p:nvGrpSpPr>
        <p:grpSpPr>
          <a:xfrm>
            <a:off x="10974228" y="3810000"/>
            <a:ext cx="122872" cy="298989"/>
            <a:chOff x="10974228" y="3810000"/>
            <a:chExt cx="122872" cy="298989"/>
          </a:xfrm>
        </p:grpSpPr>
        <p:sp>
          <p:nvSpPr>
            <p:cNvPr id="741" name="Oval 740"/>
            <p:cNvSpPr/>
            <p:nvPr/>
          </p:nvSpPr>
          <p:spPr>
            <a:xfrm>
              <a:off x="11002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2" name="Rounded Rectangle 741"/>
            <p:cNvSpPr/>
            <p:nvPr/>
          </p:nvSpPr>
          <p:spPr>
            <a:xfrm>
              <a:off x="10974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3" name="Rectangle 742"/>
            <p:cNvSpPr/>
            <p:nvPr/>
          </p:nvSpPr>
          <p:spPr>
            <a:xfrm>
              <a:off x="10982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4" name="Rectangle 743"/>
            <p:cNvSpPr/>
            <p:nvPr/>
          </p:nvSpPr>
          <p:spPr>
            <a:xfrm>
              <a:off x="11047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45" name="Person148"/>
          <p:cNvGrpSpPr/>
          <p:nvPr/>
        </p:nvGrpSpPr>
        <p:grpSpPr>
          <a:xfrm>
            <a:off x="11164728" y="3810000"/>
            <a:ext cx="122872" cy="298989"/>
            <a:chOff x="11164728" y="3810000"/>
            <a:chExt cx="122872" cy="298989"/>
          </a:xfrm>
        </p:grpSpPr>
        <p:sp>
          <p:nvSpPr>
            <p:cNvPr id="746" name="Oval 745"/>
            <p:cNvSpPr/>
            <p:nvPr/>
          </p:nvSpPr>
          <p:spPr>
            <a:xfrm>
              <a:off x="111933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7" name="Rounded Rectangle 746"/>
            <p:cNvSpPr/>
            <p:nvPr/>
          </p:nvSpPr>
          <p:spPr>
            <a:xfrm>
              <a:off x="111647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8" name="Rectangle 747"/>
            <p:cNvSpPr/>
            <p:nvPr/>
          </p:nvSpPr>
          <p:spPr>
            <a:xfrm>
              <a:off x="111729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9" name="Rectangle 748"/>
            <p:cNvSpPr/>
            <p:nvPr/>
          </p:nvSpPr>
          <p:spPr>
            <a:xfrm>
              <a:off x="112384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0" name="Person149"/>
          <p:cNvGrpSpPr/>
          <p:nvPr/>
        </p:nvGrpSpPr>
        <p:grpSpPr>
          <a:xfrm>
            <a:off x="11355228" y="3810000"/>
            <a:ext cx="122872" cy="298989"/>
            <a:chOff x="11355228" y="3810000"/>
            <a:chExt cx="122872" cy="298989"/>
          </a:xfrm>
        </p:grpSpPr>
        <p:sp>
          <p:nvSpPr>
            <p:cNvPr id="751" name="Oval 750"/>
            <p:cNvSpPr/>
            <p:nvPr/>
          </p:nvSpPr>
          <p:spPr>
            <a:xfrm>
              <a:off x="11383899" y="38100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2" name="Rounded Rectangle 751"/>
            <p:cNvSpPr/>
            <p:nvPr/>
          </p:nvSpPr>
          <p:spPr>
            <a:xfrm>
              <a:off x="11355228" y="38960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3" name="Rectangle 752"/>
            <p:cNvSpPr/>
            <p:nvPr/>
          </p:nvSpPr>
          <p:spPr>
            <a:xfrm>
              <a:off x="11363420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4" name="Rectangle 753"/>
            <p:cNvSpPr/>
            <p:nvPr/>
          </p:nvSpPr>
          <p:spPr>
            <a:xfrm>
              <a:off x="11428952" y="39902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55" name="Person150"/>
          <p:cNvGrpSpPr/>
          <p:nvPr/>
        </p:nvGrpSpPr>
        <p:grpSpPr>
          <a:xfrm>
            <a:off x="6783228" y="4210050"/>
            <a:ext cx="122872" cy="298989"/>
            <a:chOff x="6783228" y="4210050"/>
            <a:chExt cx="122872" cy="298989"/>
          </a:xfrm>
        </p:grpSpPr>
        <p:sp>
          <p:nvSpPr>
            <p:cNvPr id="756" name="Oval 755"/>
            <p:cNvSpPr/>
            <p:nvPr/>
          </p:nvSpPr>
          <p:spPr>
            <a:xfrm>
              <a:off x="681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7" name="Rounded Rectangle 756"/>
            <p:cNvSpPr/>
            <p:nvPr/>
          </p:nvSpPr>
          <p:spPr>
            <a:xfrm>
              <a:off x="678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8" name="Rectangle 757"/>
            <p:cNvSpPr/>
            <p:nvPr/>
          </p:nvSpPr>
          <p:spPr>
            <a:xfrm>
              <a:off x="679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9" name="Rectangle 758"/>
            <p:cNvSpPr/>
            <p:nvPr/>
          </p:nvSpPr>
          <p:spPr>
            <a:xfrm>
              <a:off x="685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0" name="Person151"/>
          <p:cNvGrpSpPr/>
          <p:nvPr/>
        </p:nvGrpSpPr>
        <p:grpSpPr>
          <a:xfrm>
            <a:off x="6973728" y="4210050"/>
            <a:ext cx="122872" cy="298989"/>
            <a:chOff x="6973728" y="4210050"/>
            <a:chExt cx="122872" cy="298989"/>
          </a:xfrm>
        </p:grpSpPr>
        <p:sp>
          <p:nvSpPr>
            <p:cNvPr id="761" name="Oval 760"/>
            <p:cNvSpPr/>
            <p:nvPr/>
          </p:nvSpPr>
          <p:spPr>
            <a:xfrm>
              <a:off x="7002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2" name="Rounded Rectangle 761"/>
            <p:cNvSpPr/>
            <p:nvPr/>
          </p:nvSpPr>
          <p:spPr>
            <a:xfrm>
              <a:off x="697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3" name="Rectangle 762"/>
            <p:cNvSpPr/>
            <p:nvPr/>
          </p:nvSpPr>
          <p:spPr>
            <a:xfrm>
              <a:off x="698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4" name="Rectangle 763"/>
            <p:cNvSpPr/>
            <p:nvPr/>
          </p:nvSpPr>
          <p:spPr>
            <a:xfrm>
              <a:off x="704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65" name="Person152"/>
          <p:cNvGrpSpPr/>
          <p:nvPr/>
        </p:nvGrpSpPr>
        <p:grpSpPr>
          <a:xfrm>
            <a:off x="7164228" y="4210050"/>
            <a:ext cx="122872" cy="298989"/>
            <a:chOff x="7164228" y="4210050"/>
            <a:chExt cx="122872" cy="298989"/>
          </a:xfrm>
        </p:grpSpPr>
        <p:sp>
          <p:nvSpPr>
            <p:cNvPr id="766" name="Oval 765"/>
            <p:cNvSpPr/>
            <p:nvPr/>
          </p:nvSpPr>
          <p:spPr>
            <a:xfrm>
              <a:off x="719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7" name="Rounded Rectangle 766"/>
            <p:cNvSpPr/>
            <p:nvPr/>
          </p:nvSpPr>
          <p:spPr>
            <a:xfrm>
              <a:off x="716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8" name="Rectangle 767"/>
            <p:cNvSpPr/>
            <p:nvPr/>
          </p:nvSpPr>
          <p:spPr>
            <a:xfrm>
              <a:off x="717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9" name="Rectangle 768"/>
            <p:cNvSpPr/>
            <p:nvPr/>
          </p:nvSpPr>
          <p:spPr>
            <a:xfrm>
              <a:off x="723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0" name="Person153"/>
          <p:cNvGrpSpPr/>
          <p:nvPr/>
        </p:nvGrpSpPr>
        <p:grpSpPr>
          <a:xfrm>
            <a:off x="7354728" y="4210050"/>
            <a:ext cx="122872" cy="298989"/>
            <a:chOff x="7354728" y="4210050"/>
            <a:chExt cx="122872" cy="298989"/>
          </a:xfrm>
        </p:grpSpPr>
        <p:sp>
          <p:nvSpPr>
            <p:cNvPr id="771" name="Oval 770"/>
            <p:cNvSpPr/>
            <p:nvPr/>
          </p:nvSpPr>
          <p:spPr>
            <a:xfrm>
              <a:off x="738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2" name="Rounded Rectangle 771"/>
            <p:cNvSpPr/>
            <p:nvPr/>
          </p:nvSpPr>
          <p:spPr>
            <a:xfrm>
              <a:off x="735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3" name="Rectangle 772"/>
            <p:cNvSpPr/>
            <p:nvPr/>
          </p:nvSpPr>
          <p:spPr>
            <a:xfrm>
              <a:off x="736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4" name="Rectangle 773"/>
            <p:cNvSpPr/>
            <p:nvPr/>
          </p:nvSpPr>
          <p:spPr>
            <a:xfrm>
              <a:off x="742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75" name="Person154"/>
          <p:cNvGrpSpPr/>
          <p:nvPr/>
        </p:nvGrpSpPr>
        <p:grpSpPr>
          <a:xfrm>
            <a:off x="7545228" y="4210050"/>
            <a:ext cx="122872" cy="298989"/>
            <a:chOff x="7545228" y="4210050"/>
            <a:chExt cx="122872" cy="298989"/>
          </a:xfrm>
        </p:grpSpPr>
        <p:sp>
          <p:nvSpPr>
            <p:cNvPr id="776" name="Oval 775"/>
            <p:cNvSpPr/>
            <p:nvPr/>
          </p:nvSpPr>
          <p:spPr>
            <a:xfrm>
              <a:off x="757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7" name="Rounded Rectangle 776"/>
            <p:cNvSpPr/>
            <p:nvPr/>
          </p:nvSpPr>
          <p:spPr>
            <a:xfrm>
              <a:off x="754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8" name="Rectangle 777"/>
            <p:cNvSpPr/>
            <p:nvPr/>
          </p:nvSpPr>
          <p:spPr>
            <a:xfrm>
              <a:off x="755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9" name="Rectangle 778"/>
            <p:cNvSpPr/>
            <p:nvPr/>
          </p:nvSpPr>
          <p:spPr>
            <a:xfrm>
              <a:off x="761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0" name="Person155"/>
          <p:cNvGrpSpPr/>
          <p:nvPr/>
        </p:nvGrpSpPr>
        <p:grpSpPr>
          <a:xfrm>
            <a:off x="7735728" y="4210050"/>
            <a:ext cx="122872" cy="298989"/>
            <a:chOff x="7735728" y="4210050"/>
            <a:chExt cx="122872" cy="298989"/>
          </a:xfrm>
        </p:grpSpPr>
        <p:sp>
          <p:nvSpPr>
            <p:cNvPr id="781" name="Oval 780"/>
            <p:cNvSpPr/>
            <p:nvPr/>
          </p:nvSpPr>
          <p:spPr>
            <a:xfrm>
              <a:off x="77643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2" name="Rounded Rectangle 781"/>
            <p:cNvSpPr/>
            <p:nvPr/>
          </p:nvSpPr>
          <p:spPr>
            <a:xfrm>
              <a:off x="7735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3" name="Rectangle 782"/>
            <p:cNvSpPr/>
            <p:nvPr/>
          </p:nvSpPr>
          <p:spPr>
            <a:xfrm>
              <a:off x="7743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4" name="Rectangle 783"/>
            <p:cNvSpPr/>
            <p:nvPr/>
          </p:nvSpPr>
          <p:spPr>
            <a:xfrm>
              <a:off x="7809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85" name="Person156"/>
          <p:cNvGrpSpPr/>
          <p:nvPr/>
        </p:nvGrpSpPr>
        <p:grpSpPr>
          <a:xfrm>
            <a:off x="7926228" y="4210050"/>
            <a:ext cx="122872" cy="298989"/>
            <a:chOff x="7926228" y="4210050"/>
            <a:chExt cx="122872" cy="298989"/>
          </a:xfrm>
        </p:grpSpPr>
        <p:sp>
          <p:nvSpPr>
            <p:cNvPr id="786" name="Oval 785"/>
            <p:cNvSpPr/>
            <p:nvPr/>
          </p:nvSpPr>
          <p:spPr>
            <a:xfrm>
              <a:off x="7954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7" name="Rounded Rectangle 786"/>
            <p:cNvSpPr/>
            <p:nvPr/>
          </p:nvSpPr>
          <p:spPr>
            <a:xfrm>
              <a:off x="7926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8" name="Rectangle 787"/>
            <p:cNvSpPr/>
            <p:nvPr/>
          </p:nvSpPr>
          <p:spPr>
            <a:xfrm>
              <a:off x="7934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9" name="Rectangle 788"/>
            <p:cNvSpPr/>
            <p:nvPr/>
          </p:nvSpPr>
          <p:spPr>
            <a:xfrm>
              <a:off x="7999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0" name="Person157"/>
          <p:cNvGrpSpPr/>
          <p:nvPr/>
        </p:nvGrpSpPr>
        <p:grpSpPr>
          <a:xfrm>
            <a:off x="8116728" y="4210050"/>
            <a:ext cx="122872" cy="298989"/>
            <a:chOff x="8116728" y="4210050"/>
            <a:chExt cx="122872" cy="298989"/>
          </a:xfrm>
        </p:grpSpPr>
        <p:sp>
          <p:nvSpPr>
            <p:cNvPr id="791" name="Oval 790"/>
            <p:cNvSpPr/>
            <p:nvPr/>
          </p:nvSpPr>
          <p:spPr>
            <a:xfrm>
              <a:off x="8145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2" name="Rounded Rectangle 791"/>
            <p:cNvSpPr/>
            <p:nvPr/>
          </p:nvSpPr>
          <p:spPr>
            <a:xfrm>
              <a:off x="8116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3" name="Rectangle 792"/>
            <p:cNvSpPr/>
            <p:nvPr/>
          </p:nvSpPr>
          <p:spPr>
            <a:xfrm>
              <a:off x="8124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4" name="Rectangle 793"/>
            <p:cNvSpPr/>
            <p:nvPr/>
          </p:nvSpPr>
          <p:spPr>
            <a:xfrm>
              <a:off x="8190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795" name="Person158"/>
          <p:cNvGrpSpPr/>
          <p:nvPr/>
        </p:nvGrpSpPr>
        <p:grpSpPr>
          <a:xfrm>
            <a:off x="8307228" y="4210050"/>
            <a:ext cx="122872" cy="298989"/>
            <a:chOff x="8307228" y="4210050"/>
            <a:chExt cx="122872" cy="298989"/>
          </a:xfrm>
        </p:grpSpPr>
        <p:sp>
          <p:nvSpPr>
            <p:cNvPr id="796" name="Oval 795"/>
            <p:cNvSpPr/>
            <p:nvPr/>
          </p:nvSpPr>
          <p:spPr>
            <a:xfrm>
              <a:off x="8335898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7" name="Rounded Rectangle 796"/>
            <p:cNvSpPr/>
            <p:nvPr/>
          </p:nvSpPr>
          <p:spPr>
            <a:xfrm>
              <a:off x="8307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8" name="Rectangle 797"/>
            <p:cNvSpPr/>
            <p:nvPr/>
          </p:nvSpPr>
          <p:spPr>
            <a:xfrm>
              <a:off x="8315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9" name="Rectangle 798"/>
            <p:cNvSpPr/>
            <p:nvPr/>
          </p:nvSpPr>
          <p:spPr>
            <a:xfrm>
              <a:off x="8380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0" name="Person159"/>
          <p:cNvGrpSpPr/>
          <p:nvPr/>
        </p:nvGrpSpPr>
        <p:grpSpPr>
          <a:xfrm>
            <a:off x="8497728" y="4210050"/>
            <a:ext cx="122872" cy="298989"/>
            <a:chOff x="8497728" y="4210050"/>
            <a:chExt cx="122872" cy="298989"/>
          </a:xfrm>
        </p:grpSpPr>
        <p:sp>
          <p:nvSpPr>
            <p:cNvPr id="801" name="Oval 800"/>
            <p:cNvSpPr/>
            <p:nvPr/>
          </p:nvSpPr>
          <p:spPr>
            <a:xfrm>
              <a:off x="8526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2" name="Rounded Rectangle 801"/>
            <p:cNvSpPr/>
            <p:nvPr/>
          </p:nvSpPr>
          <p:spPr>
            <a:xfrm>
              <a:off x="8497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3" name="Rectangle 802"/>
            <p:cNvSpPr/>
            <p:nvPr/>
          </p:nvSpPr>
          <p:spPr>
            <a:xfrm>
              <a:off x="8505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4" name="Rectangle 803"/>
            <p:cNvSpPr/>
            <p:nvPr/>
          </p:nvSpPr>
          <p:spPr>
            <a:xfrm>
              <a:off x="8571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05" name="Person160"/>
          <p:cNvGrpSpPr/>
          <p:nvPr/>
        </p:nvGrpSpPr>
        <p:grpSpPr>
          <a:xfrm>
            <a:off x="8688228" y="4210050"/>
            <a:ext cx="122872" cy="298989"/>
            <a:chOff x="8688228" y="4210050"/>
            <a:chExt cx="122872" cy="298989"/>
          </a:xfrm>
        </p:grpSpPr>
        <p:sp>
          <p:nvSpPr>
            <p:cNvPr id="806" name="Oval 805"/>
            <p:cNvSpPr/>
            <p:nvPr/>
          </p:nvSpPr>
          <p:spPr>
            <a:xfrm>
              <a:off x="8716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7" name="Rounded Rectangle 806"/>
            <p:cNvSpPr/>
            <p:nvPr/>
          </p:nvSpPr>
          <p:spPr>
            <a:xfrm>
              <a:off x="8688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8" name="Rectangle 807"/>
            <p:cNvSpPr/>
            <p:nvPr/>
          </p:nvSpPr>
          <p:spPr>
            <a:xfrm>
              <a:off x="8696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9" name="Rectangle 808"/>
            <p:cNvSpPr/>
            <p:nvPr/>
          </p:nvSpPr>
          <p:spPr>
            <a:xfrm>
              <a:off x="8761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0" name="Person161"/>
          <p:cNvGrpSpPr/>
          <p:nvPr/>
        </p:nvGrpSpPr>
        <p:grpSpPr>
          <a:xfrm>
            <a:off x="8878728" y="4210050"/>
            <a:ext cx="122872" cy="298989"/>
            <a:chOff x="8878728" y="4210050"/>
            <a:chExt cx="122872" cy="298989"/>
          </a:xfrm>
        </p:grpSpPr>
        <p:sp>
          <p:nvSpPr>
            <p:cNvPr id="811" name="Oval 810"/>
            <p:cNvSpPr/>
            <p:nvPr/>
          </p:nvSpPr>
          <p:spPr>
            <a:xfrm>
              <a:off x="8907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2" name="Rounded Rectangle 811"/>
            <p:cNvSpPr/>
            <p:nvPr/>
          </p:nvSpPr>
          <p:spPr>
            <a:xfrm>
              <a:off x="8878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3" name="Rectangle 812"/>
            <p:cNvSpPr/>
            <p:nvPr/>
          </p:nvSpPr>
          <p:spPr>
            <a:xfrm>
              <a:off x="8886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4" name="Rectangle 813"/>
            <p:cNvSpPr/>
            <p:nvPr/>
          </p:nvSpPr>
          <p:spPr>
            <a:xfrm>
              <a:off x="8952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5" name="Person162"/>
          <p:cNvGrpSpPr/>
          <p:nvPr/>
        </p:nvGrpSpPr>
        <p:grpSpPr>
          <a:xfrm>
            <a:off x="9069228" y="4210050"/>
            <a:ext cx="122872" cy="298989"/>
            <a:chOff x="9069228" y="4210050"/>
            <a:chExt cx="122872" cy="298989"/>
          </a:xfrm>
        </p:grpSpPr>
        <p:sp>
          <p:nvSpPr>
            <p:cNvPr id="816" name="Oval 815"/>
            <p:cNvSpPr/>
            <p:nvPr/>
          </p:nvSpPr>
          <p:spPr>
            <a:xfrm>
              <a:off x="9097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7" name="Rounded Rectangle 816"/>
            <p:cNvSpPr/>
            <p:nvPr/>
          </p:nvSpPr>
          <p:spPr>
            <a:xfrm>
              <a:off x="9069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8" name="Rectangle 817"/>
            <p:cNvSpPr/>
            <p:nvPr/>
          </p:nvSpPr>
          <p:spPr>
            <a:xfrm>
              <a:off x="9077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9" name="Rectangle 818"/>
            <p:cNvSpPr/>
            <p:nvPr/>
          </p:nvSpPr>
          <p:spPr>
            <a:xfrm>
              <a:off x="9142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0" name="Person163"/>
          <p:cNvGrpSpPr/>
          <p:nvPr/>
        </p:nvGrpSpPr>
        <p:grpSpPr>
          <a:xfrm>
            <a:off x="9259728" y="4210050"/>
            <a:ext cx="122872" cy="298989"/>
            <a:chOff x="9259728" y="4210050"/>
            <a:chExt cx="122872" cy="298989"/>
          </a:xfrm>
        </p:grpSpPr>
        <p:sp>
          <p:nvSpPr>
            <p:cNvPr id="821" name="Oval 820"/>
            <p:cNvSpPr/>
            <p:nvPr/>
          </p:nvSpPr>
          <p:spPr>
            <a:xfrm>
              <a:off x="9288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2" name="Rounded Rectangle 821"/>
            <p:cNvSpPr/>
            <p:nvPr/>
          </p:nvSpPr>
          <p:spPr>
            <a:xfrm>
              <a:off x="9259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3" name="Rectangle 822"/>
            <p:cNvSpPr/>
            <p:nvPr/>
          </p:nvSpPr>
          <p:spPr>
            <a:xfrm>
              <a:off x="9267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4" name="Rectangle 823"/>
            <p:cNvSpPr/>
            <p:nvPr/>
          </p:nvSpPr>
          <p:spPr>
            <a:xfrm>
              <a:off x="9333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25" name="Person164"/>
          <p:cNvGrpSpPr/>
          <p:nvPr/>
        </p:nvGrpSpPr>
        <p:grpSpPr>
          <a:xfrm>
            <a:off x="9450228" y="4210050"/>
            <a:ext cx="122872" cy="298989"/>
            <a:chOff x="9450228" y="4210050"/>
            <a:chExt cx="122872" cy="298989"/>
          </a:xfrm>
        </p:grpSpPr>
        <p:sp>
          <p:nvSpPr>
            <p:cNvPr id="826" name="Oval 825"/>
            <p:cNvSpPr/>
            <p:nvPr/>
          </p:nvSpPr>
          <p:spPr>
            <a:xfrm>
              <a:off x="9478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7" name="Rounded Rectangle 826"/>
            <p:cNvSpPr/>
            <p:nvPr/>
          </p:nvSpPr>
          <p:spPr>
            <a:xfrm>
              <a:off x="9450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8" name="Rectangle 827"/>
            <p:cNvSpPr/>
            <p:nvPr/>
          </p:nvSpPr>
          <p:spPr>
            <a:xfrm>
              <a:off x="9458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9" name="Rectangle 828"/>
            <p:cNvSpPr/>
            <p:nvPr/>
          </p:nvSpPr>
          <p:spPr>
            <a:xfrm>
              <a:off x="9523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0" name="Person165"/>
          <p:cNvGrpSpPr/>
          <p:nvPr/>
        </p:nvGrpSpPr>
        <p:grpSpPr>
          <a:xfrm>
            <a:off x="9640728" y="4210050"/>
            <a:ext cx="122872" cy="298989"/>
            <a:chOff x="9640728" y="4210050"/>
            <a:chExt cx="122872" cy="298989"/>
          </a:xfrm>
        </p:grpSpPr>
        <p:sp>
          <p:nvSpPr>
            <p:cNvPr id="831" name="Oval 830"/>
            <p:cNvSpPr/>
            <p:nvPr/>
          </p:nvSpPr>
          <p:spPr>
            <a:xfrm>
              <a:off x="9669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2" name="Rounded Rectangle 831"/>
            <p:cNvSpPr/>
            <p:nvPr/>
          </p:nvSpPr>
          <p:spPr>
            <a:xfrm>
              <a:off x="9640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3" name="Rectangle 832"/>
            <p:cNvSpPr/>
            <p:nvPr/>
          </p:nvSpPr>
          <p:spPr>
            <a:xfrm>
              <a:off x="9648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4" name="Rectangle 833"/>
            <p:cNvSpPr/>
            <p:nvPr/>
          </p:nvSpPr>
          <p:spPr>
            <a:xfrm>
              <a:off x="9714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35" name="Person166"/>
          <p:cNvGrpSpPr/>
          <p:nvPr/>
        </p:nvGrpSpPr>
        <p:grpSpPr>
          <a:xfrm>
            <a:off x="9831228" y="4210050"/>
            <a:ext cx="122872" cy="298989"/>
            <a:chOff x="9831228" y="4210050"/>
            <a:chExt cx="122872" cy="298989"/>
          </a:xfrm>
        </p:grpSpPr>
        <p:sp>
          <p:nvSpPr>
            <p:cNvPr id="836" name="Oval 835"/>
            <p:cNvSpPr/>
            <p:nvPr/>
          </p:nvSpPr>
          <p:spPr>
            <a:xfrm>
              <a:off x="9859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7" name="Rounded Rectangle 836"/>
            <p:cNvSpPr/>
            <p:nvPr/>
          </p:nvSpPr>
          <p:spPr>
            <a:xfrm>
              <a:off x="9831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8" name="Rectangle 837"/>
            <p:cNvSpPr/>
            <p:nvPr/>
          </p:nvSpPr>
          <p:spPr>
            <a:xfrm>
              <a:off x="9839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9" name="Rectangle 838"/>
            <p:cNvSpPr/>
            <p:nvPr/>
          </p:nvSpPr>
          <p:spPr>
            <a:xfrm>
              <a:off x="9904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0" name="Person167"/>
          <p:cNvGrpSpPr/>
          <p:nvPr/>
        </p:nvGrpSpPr>
        <p:grpSpPr>
          <a:xfrm>
            <a:off x="10021728" y="4210050"/>
            <a:ext cx="122872" cy="298989"/>
            <a:chOff x="10021728" y="4210050"/>
            <a:chExt cx="122872" cy="298989"/>
          </a:xfrm>
        </p:grpSpPr>
        <p:sp>
          <p:nvSpPr>
            <p:cNvPr id="841" name="Oval 840"/>
            <p:cNvSpPr/>
            <p:nvPr/>
          </p:nvSpPr>
          <p:spPr>
            <a:xfrm>
              <a:off x="10050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2" name="Rounded Rectangle 841"/>
            <p:cNvSpPr/>
            <p:nvPr/>
          </p:nvSpPr>
          <p:spPr>
            <a:xfrm>
              <a:off x="10021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3" name="Rectangle 842"/>
            <p:cNvSpPr/>
            <p:nvPr/>
          </p:nvSpPr>
          <p:spPr>
            <a:xfrm>
              <a:off x="10029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4" name="Rectangle 843"/>
            <p:cNvSpPr/>
            <p:nvPr/>
          </p:nvSpPr>
          <p:spPr>
            <a:xfrm>
              <a:off x="10095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45" name="Person168"/>
          <p:cNvGrpSpPr/>
          <p:nvPr/>
        </p:nvGrpSpPr>
        <p:grpSpPr>
          <a:xfrm>
            <a:off x="10212228" y="4210050"/>
            <a:ext cx="122872" cy="298989"/>
            <a:chOff x="10212228" y="4210050"/>
            <a:chExt cx="122872" cy="298989"/>
          </a:xfrm>
        </p:grpSpPr>
        <p:sp>
          <p:nvSpPr>
            <p:cNvPr id="846" name="Oval 845"/>
            <p:cNvSpPr/>
            <p:nvPr/>
          </p:nvSpPr>
          <p:spPr>
            <a:xfrm>
              <a:off x="10240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7" name="Rounded Rectangle 846"/>
            <p:cNvSpPr/>
            <p:nvPr/>
          </p:nvSpPr>
          <p:spPr>
            <a:xfrm>
              <a:off x="10212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8" name="Rectangle 847"/>
            <p:cNvSpPr/>
            <p:nvPr/>
          </p:nvSpPr>
          <p:spPr>
            <a:xfrm>
              <a:off x="10220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9" name="Rectangle 848"/>
            <p:cNvSpPr/>
            <p:nvPr/>
          </p:nvSpPr>
          <p:spPr>
            <a:xfrm>
              <a:off x="10285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0" name="Person169"/>
          <p:cNvGrpSpPr/>
          <p:nvPr/>
        </p:nvGrpSpPr>
        <p:grpSpPr>
          <a:xfrm>
            <a:off x="10402728" y="4210050"/>
            <a:ext cx="122872" cy="298989"/>
            <a:chOff x="10402728" y="4210050"/>
            <a:chExt cx="122872" cy="298989"/>
          </a:xfrm>
        </p:grpSpPr>
        <p:sp>
          <p:nvSpPr>
            <p:cNvPr id="851" name="Oval 850"/>
            <p:cNvSpPr/>
            <p:nvPr/>
          </p:nvSpPr>
          <p:spPr>
            <a:xfrm>
              <a:off x="10431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2" name="Rounded Rectangle 851"/>
            <p:cNvSpPr/>
            <p:nvPr/>
          </p:nvSpPr>
          <p:spPr>
            <a:xfrm>
              <a:off x="10402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3" name="Rectangle 852"/>
            <p:cNvSpPr/>
            <p:nvPr/>
          </p:nvSpPr>
          <p:spPr>
            <a:xfrm>
              <a:off x="10410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4" name="Rectangle 853"/>
            <p:cNvSpPr/>
            <p:nvPr/>
          </p:nvSpPr>
          <p:spPr>
            <a:xfrm>
              <a:off x="10476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55" name="Person170"/>
          <p:cNvGrpSpPr/>
          <p:nvPr/>
        </p:nvGrpSpPr>
        <p:grpSpPr>
          <a:xfrm>
            <a:off x="10593228" y="4210050"/>
            <a:ext cx="122872" cy="298989"/>
            <a:chOff x="10593228" y="4210050"/>
            <a:chExt cx="122872" cy="298989"/>
          </a:xfrm>
        </p:grpSpPr>
        <p:sp>
          <p:nvSpPr>
            <p:cNvPr id="856" name="Oval 855"/>
            <p:cNvSpPr/>
            <p:nvPr/>
          </p:nvSpPr>
          <p:spPr>
            <a:xfrm>
              <a:off x="10621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7" name="Rounded Rectangle 856"/>
            <p:cNvSpPr/>
            <p:nvPr/>
          </p:nvSpPr>
          <p:spPr>
            <a:xfrm>
              <a:off x="10593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8" name="Rectangle 857"/>
            <p:cNvSpPr/>
            <p:nvPr/>
          </p:nvSpPr>
          <p:spPr>
            <a:xfrm>
              <a:off x="10601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9" name="Rectangle 858"/>
            <p:cNvSpPr/>
            <p:nvPr/>
          </p:nvSpPr>
          <p:spPr>
            <a:xfrm>
              <a:off x="10666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0" name="Person171"/>
          <p:cNvGrpSpPr/>
          <p:nvPr/>
        </p:nvGrpSpPr>
        <p:grpSpPr>
          <a:xfrm>
            <a:off x="10783728" y="4210050"/>
            <a:ext cx="122872" cy="298989"/>
            <a:chOff x="10783728" y="4210050"/>
            <a:chExt cx="122872" cy="298989"/>
          </a:xfrm>
        </p:grpSpPr>
        <p:sp>
          <p:nvSpPr>
            <p:cNvPr id="861" name="Oval 860"/>
            <p:cNvSpPr/>
            <p:nvPr/>
          </p:nvSpPr>
          <p:spPr>
            <a:xfrm>
              <a:off x="10812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2" name="Rounded Rectangle 861"/>
            <p:cNvSpPr/>
            <p:nvPr/>
          </p:nvSpPr>
          <p:spPr>
            <a:xfrm>
              <a:off x="10783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3" name="Rectangle 862"/>
            <p:cNvSpPr/>
            <p:nvPr/>
          </p:nvSpPr>
          <p:spPr>
            <a:xfrm>
              <a:off x="10791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4" name="Rectangle 863"/>
            <p:cNvSpPr/>
            <p:nvPr/>
          </p:nvSpPr>
          <p:spPr>
            <a:xfrm>
              <a:off x="10857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65" name="Person172"/>
          <p:cNvGrpSpPr/>
          <p:nvPr/>
        </p:nvGrpSpPr>
        <p:grpSpPr>
          <a:xfrm>
            <a:off x="10974228" y="4210050"/>
            <a:ext cx="122872" cy="298989"/>
            <a:chOff x="10974228" y="4210050"/>
            <a:chExt cx="122872" cy="298989"/>
          </a:xfrm>
        </p:grpSpPr>
        <p:sp>
          <p:nvSpPr>
            <p:cNvPr id="866" name="Oval 865"/>
            <p:cNvSpPr/>
            <p:nvPr/>
          </p:nvSpPr>
          <p:spPr>
            <a:xfrm>
              <a:off x="11002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7" name="Rounded Rectangle 866"/>
            <p:cNvSpPr/>
            <p:nvPr/>
          </p:nvSpPr>
          <p:spPr>
            <a:xfrm>
              <a:off x="10974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8" name="Rectangle 867"/>
            <p:cNvSpPr/>
            <p:nvPr/>
          </p:nvSpPr>
          <p:spPr>
            <a:xfrm>
              <a:off x="10982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9" name="Rectangle 868"/>
            <p:cNvSpPr/>
            <p:nvPr/>
          </p:nvSpPr>
          <p:spPr>
            <a:xfrm>
              <a:off x="11047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0" name="Person173"/>
          <p:cNvGrpSpPr/>
          <p:nvPr/>
        </p:nvGrpSpPr>
        <p:grpSpPr>
          <a:xfrm>
            <a:off x="11164728" y="4210050"/>
            <a:ext cx="122872" cy="298989"/>
            <a:chOff x="11164728" y="4210050"/>
            <a:chExt cx="122872" cy="298989"/>
          </a:xfrm>
        </p:grpSpPr>
        <p:sp>
          <p:nvSpPr>
            <p:cNvPr id="871" name="Oval 870"/>
            <p:cNvSpPr/>
            <p:nvPr/>
          </p:nvSpPr>
          <p:spPr>
            <a:xfrm>
              <a:off x="111933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2" name="Rounded Rectangle 871"/>
            <p:cNvSpPr/>
            <p:nvPr/>
          </p:nvSpPr>
          <p:spPr>
            <a:xfrm>
              <a:off x="111647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3" name="Rectangle 872"/>
            <p:cNvSpPr/>
            <p:nvPr/>
          </p:nvSpPr>
          <p:spPr>
            <a:xfrm>
              <a:off x="111729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4" name="Rectangle 873"/>
            <p:cNvSpPr/>
            <p:nvPr/>
          </p:nvSpPr>
          <p:spPr>
            <a:xfrm>
              <a:off x="112384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75" name="Person174"/>
          <p:cNvGrpSpPr/>
          <p:nvPr/>
        </p:nvGrpSpPr>
        <p:grpSpPr>
          <a:xfrm>
            <a:off x="11355228" y="4210050"/>
            <a:ext cx="122872" cy="298989"/>
            <a:chOff x="11355228" y="4210050"/>
            <a:chExt cx="122872" cy="298989"/>
          </a:xfrm>
        </p:grpSpPr>
        <p:sp>
          <p:nvSpPr>
            <p:cNvPr id="876" name="Oval 875"/>
            <p:cNvSpPr/>
            <p:nvPr/>
          </p:nvSpPr>
          <p:spPr>
            <a:xfrm>
              <a:off x="11383899" y="42100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7" name="Rounded Rectangle 876"/>
            <p:cNvSpPr/>
            <p:nvPr/>
          </p:nvSpPr>
          <p:spPr>
            <a:xfrm>
              <a:off x="11355228" y="42960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8" name="Rectangle 877"/>
            <p:cNvSpPr/>
            <p:nvPr/>
          </p:nvSpPr>
          <p:spPr>
            <a:xfrm>
              <a:off x="11363420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9" name="Rectangle 878"/>
            <p:cNvSpPr/>
            <p:nvPr/>
          </p:nvSpPr>
          <p:spPr>
            <a:xfrm>
              <a:off x="11428952" y="43902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0" name="Person175"/>
          <p:cNvGrpSpPr/>
          <p:nvPr/>
        </p:nvGrpSpPr>
        <p:grpSpPr>
          <a:xfrm>
            <a:off x="6783228" y="4610100"/>
            <a:ext cx="122872" cy="298989"/>
            <a:chOff x="6783228" y="4610100"/>
            <a:chExt cx="122872" cy="298989"/>
          </a:xfrm>
        </p:grpSpPr>
        <p:sp>
          <p:nvSpPr>
            <p:cNvPr id="881" name="Oval 880"/>
            <p:cNvSpPr/>
            <p:nvPr/>
          </p:nvSpPr>
          <p:spPr>
            <a:xfrm>
              <a:off x="681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2" name="Rounded Rectangle 881"/>
            <p:cNvSpPr/>
            <p:nvPr/>
          </p:nvSpPr>
          <p:spPr>
            <a:xfrm>
              <a:off x="678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3" name="Rectangle 882"/>
            <p:cNvSpPr/>
            <p:nvPr/>
          </p:nvSpPr>
          <p:spPr>
            <a:xfrm>
              <a:off x="679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4" name="Rectangle 883"/>
            <p:cNvSpPr/>
            <p:nvPr/>
          </p:nvSpPr>
          <p:spPr>
            <a:xfrm>
              <a:off x="685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85" name="Person176"/>
          <p:cNvGrpSpPr/>
          <p:nvPr/>
        </p:nvGrpSpPr>
        <p:grpSpPr>
          <a:xfrm>
            <a:off x="6973728" y="4610100"/>
            <a:ext cx="122872" cy="298989"/>
            <a:chOff x="6973728" y="4610100"/>
            <a:chExt cx="122872" cy="298989"/>
          </a:xfrm>
        </p:grpSpPr>
        <p:sp>
          <p:nvSpPr>
            <p:cNvPr id="886" name="Oval 885"/>
            <p:cNvSpPr/>
            <p:nvPr/>
          </p:nvSpPr>
          <p:spPr>
            <a:xfrm>
              <a:off x="7002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7" name="Rounded Rectangle 886"/>
            <p:cNvSpPr/>
            <p:nvPr/>
          </p:nvSpPr>
          <p:spPr>
            <a:xfrm>
              <a:off x="697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8" name="Rectangle 887"/>
            <p:cNvSpPr/>
            <p:nvPr/>
          </p:nvSpPr>
          <p:spPr>
            <a:xfrm>
              <a:off x="698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9" name="Rectangle 888"/>
            <p:cNvSpPr/>
            <p:nvPr/>
          </p:nvSpPr>
          <p:spPr>
            <a:xfrm>
              <a:off x="704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0" name="Person177"/>
          <p:cNvGrpSpPr/>
          <p:nvPr/>
        </p:nvGrpSpPr>
        <p:grpSpPr>
          <a:xfrm>
            <a:off x="7164228" y="4610100"/>
            <a:ext cx="122872" cy="298989"/>
            <a:chOff x="7164228" y="4610100"/>
            <a:chExt cx="122872" cy="298989"/>
          </a:xfrm>
        </p:grpSpPr>
        <p:sp>
          <p:nvSpPr>
            <p:cNvPr id="891" name="Oval 890"/>
            <p:cNvSpPr/>
            <p:nvPr/>
          </p:nvSpPr>
          <p:spPr>
            <a:xfrm>
              <a:off x="719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2" name="Rounded Rectangle 891"/>
            <p:cNvSpPr/>
            <p:nvPr/>
          </p:nvSpPr>
          <p:spPr>
            <a:xfrm>
              <a:off x="716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3" name="Rectangle 892"/>
            <p:cNvSpPr/>
            <p:nvPr/>
          </p:nvSpPr>
          <p:spPr>
            <a:xfrm>
              <a:off x="717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4" name="Rectangle 893"/>
            <p:cNvSpPr/>
            <p:nvPr/>
          </p:nvSpPr>
          <p:spPr>
            <a:xfrm>
              <a:off x="723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5" name="Person178"/>
          <p:cNvGrpSpPr/>
          <p:nvPr/>
        </p:nvGrpSpPr>
        <p:grpSpPr>
          <a:xfrm>
            <a:off x="7354728" y="4610100"/>
            <a:ext cx="122872" cy="298989"/>
            <a:chOff x="7354728" y="4610100"/>
            <a:chExt cx="122872" cy="298989"/>
          </a:xfrm>
        </p:grpSpPr>
        <p:sp>
          <p:nvSpPr>
            <p:cNvPr id="896" name="Oval 895"/>
            <p:cNvSpPr/>
            <p:nvPr/>
          </p:nvSpPr>
          <p:spPr>
            <a:xfrm>
              <a:off x="738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7" name="Rounded Rectangle 896"/>
            <p:cNvSpPr/>
            <p:nvPr/>
          </p:nvSpPr>
          <p:spPr>
            <a:xfrm>
              <a:off x="735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8" name="Rectangle 897"/>
            <p:cNvSpPr/>
            <p:nvPr/>
          </p:nvSpPr>
          <p:spPr>
            <a:xfrm>
              <a:off x="736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9" name="Rectangle 898"/>
            <p:cNvSpPr/>
            <p:nvPr/>
          </p:nvSpPr>
          <p:spPr>
            <a:xfrm>
              <a:off x="742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0" name="Person179"/>
          <p:cNvGrpSpPr/>
          <p:nvPr/>
        </p:nvGrpSpPr>
        <p:grpSpPr>
          <a:xfrm>
            <a:off x="7545228" y="4610100"/>
            <a:ext cx="122872" cy="298989"/>
            <a:chOff x="7545228" y="4610100"/>
            <a:chExt cx="122872" cy="298989"/>
          </a:xfrm>
        </p:grpSpPr>
        <p:sp>
          <p:nvSpPr>
            <p:cNvPr id="901" name="Oval 900"/>
            <p:cNvSpPr/>
            <p:nvPr/>
          </p:nvSpPr>
          <p:spPr>
            <a:xfrm>
              <a:off x="757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2" name="Rounded Rectangle 901"/>
            <p:cNvSpPr/>
            <p:nvPr/>
          </p:nvSpPr>
          <p:spPr>
            <a:xfrm>
              <a:off x="754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3" name="Rectangle 902"/>
            <p:cNvSpPr/>
            <p:nvPr/>
          </p:nvSpPr>
          <p:spPr>
            <a:xfrm>
              <a:off x="755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4" name="Rectangle 903"/>
            <p:cNvSpPr/>
            <p:nvPr/>
          </p:nvSpPr>
          <p:spPr>
            <a:xfrm>
              <a:off x="761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05" name="Person180"/>
          <p:cNvGrpSpPr/>
          <p:nvPr/>
        </p:nvGrpSpPr>
        <p:grpSpPr>
          <a:xfrm>
            <a:off x="7735728" y="4610100"/>
            <a:ext cx="122872" cy="298989"/>
            <a:chOff x="7735728" y="4610100"/>
            <a:chExt cx="122872" cy="298989"/>
          </a:xfrm>
        </p:grpSpPr>
        <p:sp>
          <p:nvSpPr>
            <p:cNvPr id="906" name="Oval 905"/>
            <p:cNvSpPr/>
            <p:nvPr/>
          </p:nvSpPr>
          <p:spPr>
            <a:xfrm>
              <a:off x="77643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7" name="Rounded Rectangle 906"/>
            <p:cNvSpPr/>
            <p:nvPr/>
          </p:nvSpPr>
          <p:spPr>
            <a:xfrm>
              <a:off x="7735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8" name="Rectangle 907"/>
            <p:cNvSpPr/>
            <p:nvPr/>
          </p:nvSpPr>
          <p:spPr>
            <a:xfrm>
              <a:off x="7743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9" name="Rectangle 908"/>
            <p:cNvSpPr/>
            <p:nvPr/>
          </p:nvSpPr>
          <p:spPr>
            <a:xfrm>
              <a:off x="7809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0" name="Person181"/>
          <p:cNvGrpSpPr/>
          <p:nvPr/>
        </p:nvGrpSpPr>
        <p:grpSpPr>
          <a:xfrm>
            <a:off x="7926228" y="4610100"/>
            <a:ext cx="122872" cy="298989"/>
            <a:chOff x="7926228" y="4610100"/>
            <a:chExt cx="122872" cy="298989"/>
          </a:xfrm>
        </p:grpSpPr>
        <p:sp>
          <p:nvSpPr>
            <p:cNvPr id="911" name="Oval 910"/>
            <p:cNvSpPr/>
            <p:nvPr/>
          </p:nvSpPr>
          <p:spPr>
            <a:xfrm>
              <a:off x="7954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2" name="Rounded Rectangle 911"/>
            <p:cNvSpPr/>
            <p:nvPr/>
          </p:nvSpPr>
          <p:spPr>
            <a:xfrm>
              <a:off x="7926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3" name="Rectangle 912"/>
            <p:cNvSpPr/>
            <p:nvPr/>
          </p:nvSpPr>
          <p:spPr>
            <a:xfrm>
              <a:off x="7934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4" name="Rectangle 913"/>
            <p:cNvSpPr/>
            <p:nvPr/>
          </p:nvSpPr>
          <p:spPr>
            <a:xfrm>
              <a:off x="7999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15" name="Person182"/>
          <p:cNvGrpSpPr/>
          <p:nvPr/>
        </p:nvGrpSpPr>
        <p:grpSpPr>
          <a:xfrm>
            <a:off x="8116728" y="4610100"/>
            <a:ext cx="122872" cy="298989"/>
            <a:chOff x="8116728" y="4610100"/>
            <a:chExt cx="122872" cy="298989"/>
          </a:xfrm>
        </p:grpSpPr>
        <p:sp>
          <p:nvSpPr>
            <p:cNvPr id="916" name="Oval 915"/>
            <p:cNvSpPr/>
            <p:nvPr/>
          </p:nvSpPr>
          <p:spPr>
            <a:xfrm>
              <a:off x="8145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7" name="Rounded Rectangle 916"/>
            <p:cNvSpPr/>
            <p:nvPr/>
          </p:nvSpPr>
          <p:spPr>
            <a:xfrm>
              <a:off x="8116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8" name="Rectangle 917"/>
            <p:cNvSpPr/>
            <p:nvPr/>
          </p:nvSpPr>
          <p:spPr>
            <a:xfrm>
              <a:off x="8124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9" name="Rectangle 918"/>
            <p:cNvSpPr/>
            <p:nvPr/>
          </p:nvSpPr>
          <p:spPr>
            <a:xfrm>
              <a:off x="8190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0" name="Person183"/>
          <p:cNvGrpSpPr/>
          <p:nvPr/>
        </p:nvGrpSpPr>
        <p:grpSpPr>
          <a:xfrm>
            <a:off x="8307228" y="4610100"/>
            <a:ext cx="122872" cy="298989"/>
            <a:chOff x="8307228" y="4610100"/>
            <a:chExt cx="122872" cy="298989"/>
          </a:xfrm>
        </p:grpSpPr>
        <p:sp>
          <p:nvSpPr>
            <p:cNvPr id="921" name="Oval 920"/>
            <p:cNvSpPr/>
            <p:nvPr/>
          </p:nvSpPr>
          <p:spPr>
            <a:xfrm>
              <a:off x="8335898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2" name="Rounded Rectangle 921"/>
            <p:cNvSpPr/>
            <p:nvPr/>
          </p:nvSpPr>
          <p:spPr>
            <a:xfrm>
              <a:off x="8307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3" name="Rectangle 922"/>
            <p:cNvSpPr/>
            <p:nvPr/>
          </p:nvSpPr>
          <p:spPr>
            <a:xfrm>
              <a:off x="8315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4" name="Rectangle 923"/>
            <p:cNvSpPr/>
            <p:nvPr/>
          </p:nvSpPr>
          <p:spPr>
            <a:xfrm>
              <a:off x="8380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25" name="Person184"/>
          <p:cNvGrpSpPr/>
          <p:nvPr/>
        </p:nvGrpSpPr>
        <p:grpSpPr>
          <a:xfrm>
            <a:off x="8497728" y="4610100"/>
            <a:ext cx="122872" cy="298989"/>
            <a:chOff x="8497728" y="4610100"/>
            <a:chExt cx="122872" cy="298989"/>
          </a:xfrm>
        </p:grpSpPr>
        <p:sp>
          <p:nvSpPr>
            <p:cNvPr id="926" name="Oval 925"/>
            <p:cNvSpPr/>
            <p:nvPr/>
          </p:nvSpPr>
          <p:spPr>
            <a:xfrm>
              <a:off x="8526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7" name="Rounded Rectangle 926"/>
            <p:cNvSpPr/>
            <p:nvPr/>
          </p:nvSpPr>
          <p:spPr>
            <a:xfrm>
              <a:off x="8497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8" name="Rectangle 927"/>
            <p:cNvSpPr/>
            <p:nvPr/>
          </p:nvSpPr>
          <p:spPr>
            <a:xfrm>
              <a:off x="8505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9" name="Rectangle 928"/>
            <p:cNvSpPr/>
            <p:nvPr/>
          </p:nvSpPr>
          <p:spPr>
            <a:xfrm>
              <a:off x="8571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0" name="Person185"/>
          <p:cNvGrpSpPr/>
          <p:nvPr/>
        </p:nvGrpSpPr>
        <p:grpSpPr>
          <a:xfrm>
            <a:off x="8688228" y="4610100"/>
            <a:ext cx="122872" cy="298989"/>
            <a:chOff x="8688228" y="4610100"/>
            <a:chExt cx="122872" cy="298989"/>
          </a:xfrm>
        </p:grpSpPr>
        <p:sp>
          <p:nvSpPr>
            <p:cNvPr id="931" name="Oval 930"/>
            <p:cNvSpPr/>
            <p:nvPr/>
          </p:nvSpPr>
          <p:spPr>
            <a:xfrm>
              <a:off x="8716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2" name="Rounded Rectangle 931"/>
            <p:cNvSpPr/>
            <p:nvPr/>
          </p:nvSpPr>
          <p:spPr>
            <a:xfrm>
              <a:off x="8688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3" name="Rectangle 932"/>
            <p:cNvSpPr/>
            <p:nvPr/>
          </p:nvSpPr>
          <p:spPr>
            <a:xfrm>
              <a:off x="8696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4" name="Rectangle 933"/>
            <p:cNvSpPr/>
            <p:nvPr/>
          </p:nvSpPr>
          <p:spPr>
            <a:xfrm>
              <a:off x="8761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35" name="Person186"/>
          <p:cNvGrpSpPr/>
          <p:nvPr/>
        </p:nvGrpSpPr>
        <p:grpSpPr>
          <a:xfrm>
            <a:off x="8878728" y="4610100"/>
            <a:ext cx="122872" cy="298989"/>
            <a:chOff x="8878728" y="4610100"/>
            <a:chExt cx="122872" cy="298989"/>
          </a:xfrm>
        </p:grpSpPr>
        <p:sp>
          <p:nvSpPr>
            <p:cNvPr id="936" name="Oval 935"/>
            <p:cNvSpPr/>
            <p:nvPr/>
          </p:nvSpPr>
          <p:spPr>
            <a:xfrm>
              <a:off x="8907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7" name="Rounded Rectangle 936"/>
            <p:cNvSpPr/>
            <p:nvPr/>
          </p:nvSpPr>
          <p:spPr>
            <a:xfrm>
              <a:off x="8878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8" name="Rectangle 937"/>
            <p:cNvSpPr/>
            <p:nvPr/>
          </p:nvSpPr>
          <p:spPr>
            <a:xfrm>
              <a:off x="8886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9" name="Rectangle 938"/>
            <p:cNvSpPr/>
            <p:nvPr/>
          </p:nvSpPr>
          <p:spPr>
            <a:xfrm>
              <a:off x="8952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0" name="Person187"/>
          <p:cNvGrpSpPr/>
          <p:nvPr/>
        </p:nvGrpSpPr>
        <p:grpSpPr>
          <a:xfrm>
            <a:off x="9069228" y="4610100"/>
            <a:ext cx="122872" cy="298989"/>
            <a:chOff x="9069228" y="4610100"/>
            <a:chExt cx="122872" cy="298989"/>
          </a:xfrm>
        </p:grpSpPr>
        <p:sp>
          <p:nvSpPr>
            <p:cNvPr id="941" name="Oval 940"/>
            <p:cNvSpPr/>
            <p:nvPr/>
          </p:nvSpPr>
          <p:spPr>
            <a:xfrm>
              <a:off x="9097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2" name="Rounded Rectangle 941"/>
            <p:cNvSpPr/>
            <p:nvPr/>
          </p:nvSpPr>
          <p:spPr>
            <a:xfrm>
              <a:off x="9069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3" name="Rectangle 942"/>
            <p:cNvSpPr/>
            <p:nvPr/>
          </p:nvSpPr>
          <p:spPr>
            <a:xfrm>
              <a:off x="9077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4" name="Rectangle 943"/>
            <p:cNvSpPr/>
            <p:nvPr/>
          </p:nvSpPr>
          <p:spPr>
            <a:xfrm>
              <a:off x="9142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45" name="Person188"/>
          <p:cNvGrpSpPr/>
          <p:nvPr/>
        </p:nvGrpSpPr>
        <p:grpSpPr>
          <a:xfrm>
            <a:off x="9259728" y="4610100"/>
            <a:ext cx="122872" cy="298989"/>
            <a:chOff x="9259728" y="4610100"/>
            <a:chExt cx="122872" cy="298989"/>
          </a:xfrm>
        </p:grpSpPr>
        <p:sp>
          <p:nvSpPr>
            <p:cNvPr id="946" name="Oval 945"/>
            <p:cNvSpPr/>
            <p:nvPr/>
          </p:nvSpPr>
          <p:spPr>
            <a:xfrm>
              <a:off x="9288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7" name="Rounded Rectangle 946"/>
            <p:cNvSpPr/>
            <p:nvPr/>
          </p:nvSpPr>
          <p:spPr>
            <a:xfrm>
              <a:off x="9259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8" name="Rectangle 947"/>
            <p:cNvSpPr/>
            <p:nvPr/>
          </p:nvSpPr>
          <p:spPr>
            <a:xfrm>
              <a:off x="9267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9" name="Rectangle 948"/>
            <p:cNvSpPr/>
            <p:nvPr/>
          </p:nvSpPr>
          <p:spPr>
            <a:xfrm>
              <a:off x="9333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0" name="Person189"/>
          <p:cNvGrpSpPr/>
          <p:nvPr/>
        </p:nvGrpSpPr>
        <p:grpSpPr>
          <a:xfrm>
            <a:off x="9450228" y="4610100"/>
            <a:ext cx="122872" cy="298989"/>
            <a:chOff x="9450228" y="4610100"/>
            <a:chExt cx="122872" cy="298989"/>
          </a:xfrm>
        </p:grpSpPr>
        <p:sp>
          <p:nvSpPr>
            <p:cNvPr id="951" name="Oval 950"/>
            <p:cNvSpPr/>
            <p:nvPr/>
          </p:nvSpPr>
          <p:spPr>
            <a:xfrm>
              <a:off x="9478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2" name="Rounded Rectangle 951"/>
            <p:cNvSpPr/>
            <p:nvPr/>
          </p:nvSpPr>
          <p:spPr>
            <a:xfrm>
              <a:off x="9450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3" name="Rectangle 952"/>
            <p:cNvSpPr/>
            <p:nvPr/>
          </p:nvSpPr>
          <p:spPr>
            <a:xfrm>
              <a:off x="9458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4" name="Rectangle 953"/>
            <p:cNvSpPr/>
            <p:nvPr/>
          </p:nvSpPr>
          <p:spPr>
            <a:xfrm>
              <a:off x="9523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55" name="Person190"/>
          <p:cNvGrpSpPr/>
          <p:nvPr/>
        </p:nvGrpSpPr>
        <p:grpSpPr>
          <a:xfrm>
            <a:off x="9640728" y="4610100"/>
            <a:ext cx="122872" cy="298989"/>
            <a:chOff x="9640728" y="4610100"/>
            <a:chExt cx="122872" cy="298989"/>
          </a:xfrm>
        </p:grpSpPr>
        <p:sp>
          <p:nvSpPr>
            <p:cNvPr id="956" name="Oval 955"/>
            <p:cNvSpPr/>
            <p:nvPr/>
          </p:nvSpPr>
          <p:spPr>
            <a:xfrm>
              <a:off x="9669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7" name="Rounded Rectangle 956"/>
            <p:cNvSpPr/>
            <p:nvPr/>
          </p:nvSpPr>
          <p:spPr>
            <a:xfrm>
              <a:off x="9640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8" name="Rectangle 957"/>
            <p:cNvSpPr/>
            <p:nvPr/>
          </p:nvSpPr>
          <p:spPr>
            <a:xfrm>
              <a:off x="9648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9" name="Rectangle 958"/>
            <p:cNvSpPr/>
            <p:nvPr/>
          </p:nvSpPr>
          <p:spPr>
            <a:xfrm>
              <a:off x="9714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0" name="Person191"/>
          <p:cNvGrpSpPr/>
          <p:nvPr/>
        </p:nvGrpSpPr>
        <p:grpSpPr>
          <a:xfrm>
            <a:off x="9831228" y="4610100"/>
            <a:ext cx="122872" cy="298989"/>
            <a:chOff x="9831228" y="4610100"/>
            <a:chExt cx="122872" cy="298989"/>
          </a:xfrm>
        </p:grpSpPr>
        <p:sp>
          <p:nvSpPr>
            <p:cNvPr id="961" name="Oval 960"/>
            <p:cNvSpPr/>
            <p:nvPr/>
          </p:nvSpPr>
          <p:spPr>
            <a:xfrm>
              <a:off x="9859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2" name="Rounded Rectangle 961"/>
            <p:cNvSpPr/>
            <p:nvPr/>
          </p:nvSpPr>
          <p:spPr>
            <a:xfrm>
              <a:off x="9831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3" name="Rectangle 962"/>
            <p:cNvSpPr/>
            <p:nvPr/>
          </p:nvSpPr>
          <p:spPr>
            <a:xfrm>
              <a:off x="9839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4" name="Rectangle 963"/>
            <p:cNvSpPr/>
            <p:nvPr/>
          </p:nvSpPr>
          <p:spPr>
            <a:xfrm>
              <a:off x="9904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65" name="Person192"/>
          <p:cNvGrpSpPr/>
          <p:nvPr/>
        </p:nvGrpSpPr>
        <p:grpSpPr>
          <a:xfrm>
            <a:off x="10021728" y="4610100"/>
            <a:ext cx="122872" cy="298989"/>
            <a:chOff x="10021728" y="4610100"/>
            <a:chExt cx="122872" cy="298989"/>
          </a:xfrm>
        </p:grpSpPr>
        <p:sp>
          <p:nvSpPr>
            <p:cNvPr id="966" name="Oval 965"/>
            <p:cNvSpPr/>
            <p:nvPr/>
          </p:nvSpPr>
          <p:spPr>
            <a:xfrm>
              <a:off x="10050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7" name="Rounded Rectangle 966"/>
            <p:cNvSpPr/>
            <p:nvPr/>
          </p:nvSpPr>
          <p:spPr>
            <a:xfrm>
              <a:off x="10021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8" name="Rectangle 967"/>
            <p:cNvSpPr/>
            <p:nvPr/>
          </p:nvSpPr>
          <p:spPr>
            <a:xfrm>
              <a:off x="10029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9" name="Rectangle 968"/>
            <p:cNvSpPr/>
            <p:nvPr/>
          </p:nvSpPr>
          <p:spPr>
            <a:xfrm>
              <a:off x="10095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0" name="Person193"/>
          <p:cNvGrpSpPr/>
          <p:nvPr/>
        </p:nvGrpSpPr>
        <p:grpSpPr>
          <a:xfrm>
            <a:off x="10212228" y="4610100"/>
            <a:ext cx="122872" cy="298989"/>
            <a:chOff x="10212228" y="4610100"/>
            <a:chExt cx="122872" cy="298989"/>
          </a:xfrm>
        </p:grpSpPr>
        <p:sp>
          <p:nvSpPr>
            <p:cNvPr id="971" name="Oval 970"/>
            <p:cNvSpPr/>
            <p:nvPr/>
          </p:nvSpPr>
          <p:spPr>
            <a:xfrm>
              <a:off x="10240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2" name="Rounded Rectangle 971"/>
            <p:cNvSpPr/>
            <p:nvPr/>
          </p:nvSpPr>
          <p:spPr>
            <a:xfrm>
              <a:off x="10212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3" name="Rectangle 972"/>
            <p:cNvSpPr/>
            <p:nvPr/>
          </p:nvSpPr>
          <p:spPr>
            <a:xfrm>
              <a:off x="10220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4" name="Rectangle 973"/>
            <p:cNvSpPr/>
            <p:nvPr/>
          </p:nvSpPr>
          <p:spPr>
            <a:xfrm>
              <a:off x="10285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5" name="Person194"/>
          <p:cNvGrpSpPr/>
          <p:nvPr/>
        </p:nvGrpSpPr>
        <p:grpSpPr>
          <a:xfrm>
            <a:off x="10402728" y="4610100"/>
            <a:ext cx="122872" cy="298989"/>
            <a:chOff x="10402728" y="4610100"/>
            <a:chExt cx="122872" cy="298989"/>
          </a:xfrm>
        </p:grpSpPr>
        <p:sp>
          <p:nvSpPr>
            <p:cNvPr id="976" name="Oval 975"/>
            <p:cNvSpPr/>
            <p:nvPr/>
          </p:nvSpPr>
          <p:spPr>
            <a:xfrm>
              <a:off x="10431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7" name="Rounded Rectangle 976"/>
            <p:cNvSpPr/>
            <p:nvPr/>
          </p:nvSpPr>
          <p:spPr>
            <a:xfrm>
              <a:off x="10402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8" name="Rectangle 977"/>
            <p:cNvSpPr/>
            <p:nvPr/>
          </p:nvSpPr>
          <p:spPr>
            <a:xfrm>
              <a:off x="10410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9" name="Rectangle 978"/>
            <p:cNvSpPr/>
            <p:nvPr/>
          </p:nvSpPr>
          <p:spPr>
            <a:xfrm>
              <a:off x="10476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0" name="Person195"/>
          <p:cNvGrpSpPr/>
          <p:nvPr/>
        </p:nvGrpSpPr>
        <p:grpSpPr>
          <a:xfrm>
            <a:off x="10593228" y="4610100"/>
            <a:ext cx="122872" cy="298989"/>
            <a:chOff x="10593228" y="4610100"/>
            <a:chExt cx="122872" cy="298989"/>
          </a:xfrm>
        </p:grpSpPr>
        <p:sp>
          <p:nvSpPr>
            <p:cNvPr id="981" name="Oval 980"/>
            <p:cNvSpPr/>
            <p:nvPr/>
          </p:nvSpPr>
          <p:spPr>
            <a:xfrm>
              <a:off x="10621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2" name="Rounded Rectangle 981"/>
            <p:cNvSpPr/>
            <p:nvPr/>
          </p:nvSpPr>
          <p:spPr>
            <a:xfrm>
              <a:off x="10593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3" name="Rectangle 982"/>
            <p:cNvSpPr/>
            <p:nvPr/>
          </p:nvSpPr>
          <p:spPr>
            <a:xfrm>
              <a:off x="10601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4" name="Rectangle 983"/>
            <p:cNvSpPr/>
            <p:nvPr/>
          </p:nvSpPr>
          <p:spPr>
            <a:xfrm>
              <a:off x="10666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85" name="Person196"/>
          <p:cNvGrpSpPr/>
          <p:nvPr/>
        </p:nvGrpSpPr>
        <p:grpSpPr>
          <a:xfrm>
            <a:off x="10783728" y="4610100"/>
            <a:ext cx="122872" cy="298989"/>
            <a:chOff x="10783728" y="4610100"/>
            <a:chExt cx="122872" cy="298989"/>
          </a:xfrm>
        </p:grpSpPr>
        <p:sp>
          <p:nvSpPr>
            <p:cNvPr id="986" name="Oval 985"/>
            <p:cNvSpPr/>
            <p:nvPr/>
          </p:nvSpPr>
          <p:spPr>
            <a:xfrm>
              <a:off x="10812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7" name="Rounded Rectangle 986"/>
            <p:cNvSpPr/>
            <p:nvPr/>
          </p:nvSpPr>
          <p:spPr>
            <a:xfrm>
              <a:off x="10783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8" name="Rectangle 987"/>
            <p:cNvSpPr/>
            <p:nvPr/>
          </p:nvSpPr>
          <p:spPr>
            <a:xfrm>
              <a:off x="10791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89" name="Rectangle 988"/>
            <p:cNvSpPr/>
            <p:nvPr/>
          </p:nvSpPr>
          <p:spPr>
            <a:xfrm>
              <a:off x="10857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0" name="Person197"/>
          <p:cNvGrpSpPr/>
          <p:nvPr/>
        </p:nvGrpSpPr>
        <p:grpSpPr>
          <a:xfrm>
            <a:off x="10974228" y="4610100"/>
            <a:ext cx="122872" cy="298989"/>
            <a:chOff x="10974228" y="4610100"/>
            <a:chExt cx="122872" cy="298989"/>
          </a:xfrm>
        </p:grpSpPr>
        <p:sp>
          <p:nvSpPr>
            <p:cNvPr id="991" name="Oval 990"/>
            <p:cNvSpPr/>
            <p:nvPr/>
          </p:nvSpPr>
          <p:spPr>
            <a:xfrm>
              <a:off x="11002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2" name="Rounded Rectangle 991"/>
            <p:cNvSpPr/>
            <p:nvPr/>
          </p:nvSpPr>
          <p:spPr>
            <a:xfrm>
              <a:off x="10974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3" name="Rectangle 992"/>
            <p:cNvSpPr/>
            <p:nvPr/>
          </p:nvSpPr>
          <p:spPr>
            <a:xfrm>
              <a:off x="10982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4" name="Rectangle 993"/>
            <p:cNvSpPr/>
            <p:nvPr/>
          </p:nvSpPr>
          <p:spPr>
            <a:xfrm>
              <a:off x="11047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95" name="Person198"/>
          <p:cNvGrpSpPr/>
          <p:nvPr/>
        </p:nvGrpSpPr>
        <p:grpSpPr>
          <a:xfrm>
            <a:off x="11164728" y="4610100"/>
            <a:ext cx="122872" cy="298989"/>
            <a:chOff x="11164728" y="4610100"/>
            <a:chExt cx="122872" cy="298989"/>
          </a:xfrm>
        </p:grpSpPr>
        <p:sp>
          <p:nvSpPr>
            <p:cNvPr id="996" name="Oval 995"/>
            <p:cNvSpPr/>
            <p:nvPr/>
          </p:nvSpPr>
          <p:spPr>
            <a:xfrm>
              <a:off x="111933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7" name="Rounded Rectangle 996"/>
            <p:cNvSpPr/>
            <p:nvPr/>
          </p:nvSpPr>
          <p:spPr>
            <a:xfrm>
              <a:off x="111647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8" name="Rectangle 997"/>
            <p:cNvSpPr/>
            <p:nvPr/>
          </p:nvSpPr>
          <p:spPr>
            <a:xfrm>
              <a:off x="111729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99" name="Rectangle 998"/>
            <p:cNvSpPr/>
            <p:nvPr/>
          </p:nvSpPr>
          <p:spPr>
            <a:xfrm>
              <a:off x="112384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0" name="Person199"/>
          <p:cNvGrpSpPr/>
          <p:nvPr/>
        </p:nvGrpSpPr>
        <p:grpSpPr>
          <a:xfrm>
            <a:off x="11355228" y="4610100"/>
            <a:ext cx="122872" cy="298989"/>
            <a:chOff x="11355228" y="4610100"/>
            <a:chExt cx="122872" cy="298989"/>
          </a:xfrm>
        </p:grpSpPr>
        <p:sp>
          <p:nvSpPr>
            <p:cNvPr id="1001" name="Oval 1000"/>
            <p:cNvSpPr/>
            <p:nvPr/>
          </p:nvSpPr>
          <p:spPr>
            <a:xfrm>
              <a:off x="11383899" y="46101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2" name="Rounded Rectangle 1001"/>
            <p:cNvSpPr/>
            <p:nvPr/>
          </p:nvSpPr>
          <p:spPr>
            <a:xfrm>
              <a:off x="11355228" y="46961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3" name="Rectangle 1002"/>
            <p:cNvSpPr/>
            <p:nvPr/>
          </p:nvSpPr>
          <p:spPr>
            <a:xfrm>
              <a:off x="11363420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4" name="Rectangle 1003"/>
            <p:cNvSpPr/>
            <p:nvPr/>
          </p:nvSpPr>
          <p:spPr>
            <a:xfrm>
              <a:off x="11428952" y="47903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05" name="Person200"/>
          <p:cNvGrpSpPr/>
          <p:nvPr/>
        </p:nvGrpSpPr>
        <p:grpSpPr>
          <a:xfrm>
            <a:off x="6783228" y="5010150"/>
            <a:ext cx="122872" cy="298989"/>
            <a:chOff x="6783228" y="5010150"/>
            <a:chExt cx="122872" cy="298989"/>
          </a:xfrm>
        </p:grpSpPr>
        <p:sp>
          <p:nvSpPr>
            <p:cNvPr id="1006" name="Oval 1005"/>
            <p:cNvSpPr/>
            <p:nvPr/>
          </p:nvSpPr>
          <p:spPr>
            <a:xfrm>
              <a:off x="681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7" name="Rounded Rectangle 1006"/>
            <p:cNvSpPr/>
            <p:nvPr/>
          </p:nvSpPr>
          <p:spPr>
            <a:xfrm>
              <a:off x="678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8" name="Rectangle 1007"/>
            <p:cNvSpPr/>
            <p:nvPr/>
          </p:nvSpPr>
          <p:spPr>
            <a:xfrm>
              <a:off x="679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09" name="Rectangle 1008"/>
            <p:cNvSpPr/>
            <p:nvPr/>
          </p:nvSpPr>
          <p:spPr>
            <a:xfrm>
              <a:off x="685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0" name="Person201"/>
          <p:cNvGrpSpPr/>
          <p:nvPr/>
        </p:nvGrpSpPr>
        <p:grpSpPr>
          <a:xfrm>
            <a:off x="6973728" y="5010150"/>
            <a:ext cx="122872" cy="298989"/>
            <a:chOff x="6973728" y="5010150"/>
            <a:chExt cx="122872" cy="298989"/>
          </a:xfrm>
        </p:grpSpPr>
        <p:sp>
          <p:nvSpPr>
            <p:cNvPr id="1011" name="Oval 1010"/>
            <p:cNvSpPr/>
            <p:nvPr/>
          </p:nvSpPr>
          <p:spPr>
            <a:xfrm>
              <a:off x="7002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2" name="Rounded Rectangle 1011"/>
            <p:cNvSpPr/>
            <p:nvPr/>
          </p:nvSpPr>
          <p:spPr>
            <a:xfrm>
              <a:off x="697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3" name="Rectangle 1012"/>
            <p:cNvSpPr/>
            <p:nvPr/>
          </p:nvSpPr>
          <p:spPr>
            <a:xfrm>
              <a:off x="698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4" name="Rectangle 1013"/>
            <p:cNvSpPr/>
            <p:nvPr/>
          </p:nvSpPr>
          <p:spPr>
            <a:xfrm>
              <a:off x="704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15" name="Person202"/>
          <p:cNvGrpSpPr/>
          <p:nvPr/>
        </p:nvGrpSpPr>
        <p:grpSpPr>
          <a:xfrm>
            <a:off x="7164228" y="5010150"/>
            <a:ext cx="122872" cy="298989"/>
            <a:chOff x="7164228" y="5010150"/>
            <a:chExt cx="122872" cy="298989"/>
          </a:xfrm>
        </p:grpSpPr>
        <p:sp>
          <p:nvSpPr>
            <p:cNvPr id="1016" name="Oval 1015"/>
            <p:cNvSpPr/>
            <p:nvPr/>
          </p:nvSpPr>
          <p:spPr>
            <a:xfrm>
              <a:off x="719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7" name="Rounded Rectangle 1016"/>
            <p:cNvSpPr/>
            <p:nvPr/>
          </p:nvSpPr>
          <p:spPr>
            <a:xfrm>
              <a:off x="716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8" name="Rectangle 1017"/>
            <p:cNvSpPr/>
            <p:nvPr/>
          </p:nvSpPr>
          <p:spPr>
            <a:xfrm>
              <a:off x="717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9" name="Rectangle 1018"/>
            <p:cNvSpPr/>
            <p:nvPr/>
          </p:nvSpPr>
          <p:spPr>
            <a:xfrm>
              <a:off x="723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0" name="Person203"/>
          <p:cNvGrpSpPr/>
          <p:nvPr/>
        </p:nvGrpSpPr>
        <p:grpSpPr>
          <a:xfrm>
            <a:off x="7354728" y="5010150"/>
            <a:ext cx="122872" cy="298989"/>
            <a:chOff x="7354728" y="5010150"/>
            <a:chExt cx="122872" cy="298989"/>
          </a:xfrm>
        </p:grpSpPr>
        <p:sp>
          <p:nvSpPr>
            <p:cNvPr id="1021" name="Oval 1020"/>
            <p:cNvSpPr/>
            <p:nvPr/>
          </p:nvSpPr>
          <p:spPr>
            <a:xfrm>
              <a:off x="738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2" name="Rounded Rectangle 1021"/>
            <p:cNvSpPr/>
            <p:nvPr/>
          </p:nvSpPr>
          <p:spPr>
            <a:xfrm>
              <a:off x="735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3" name="Rectangle 1022"/>
            <p:cNvSpPr/>
            <p:nvPr/>
          </p:nvSpPr>
          <p:spPr>
            <a:xfrm>
              <a:off x="736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4" name="Rectangle 1023"/>
            <p:cNvSpPr/>
            <p:nvPr/>
          </p:nvSpPr>
          <p:spPr>
            <a:xfrm>
              <a:off x="742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25" name="Person204"/>
          <p:cNvGrpSpPr/>
          <p:nvPr/>
        </p:nvGrpSpPr>
        <p:grpSpPr>
          <a:xfrm>
            <a:off x="7545228" y="5010150"/>
            <a:ext cx="122872" cy="298989"/>
            <a:chOff x="7545228" y="5010150"/>
            <a:chExt cx="122872" cy="298989"/>
          </a:xfrm>
        </p:grpSpPr>
        <p:sp>
          <p:nvSpPr>
            <p:cNvPr id="1026" name="Oval 1025"/>
            <p:cNvSpPr/>
            <p:nvPr/>
          </p:nvSpPr>
          <p:spPr>
            <a:xfrm>
              <a:off x="757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7" name="Rounded Rectangle 1026"/>
            <p:cNvSpPr/>
            <p:nvPr/>
          </p:nvSpPr>
          <p:spPr>
            <a:xfrm>
              <a:off x="754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8" name="Rectangle 1027"/>
            <p:cNvSpPr/>
            <p:nvPr/>
          </p:nvSpPr>
          <p:spPr>
            <a:xfrm>
              <a:off x="755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9" name="Rectangle 1028"/>
            <p:cNvSpPr/>
            <p:nvPr/>
          </p:nvSpPr>
          <p:spPr>
            <a:xfrm>
              <a:off x="761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0" name="Person205"/>
          <p:cNvGrpSpPr/>
          <p:nvPr/>
        </p:nvGrpSpPr>
        <p:grpSpPr>
          <a:xfrm>
            <a:off x="7735728" y="5010150"/>
            <a:ext cx="122872" cy="298989"/>
            <a:chOff x="7735728" y="5010150"/>
            <a:chExt cx="122872" cy="298989"/>
          </a:xfrm>
        </p:grpSpPr>
        <p:sp>
          <p:nvSpPr>
            <p:cNvPr id="1031" name="Oval 1030"/>
            <p:cNvSpPr/>
            <p:nvPr/>
          </p:nvSpPr>
          <p:spPr>
            <a:xfrm>
              <a:off x="77643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2" name="Rounded Rectangle 1031"/>
            <p:cNvSpPr/>
            <p:nvPr/>
          </p:nvSpPr>
          <p:spPr>
            <a:xfrm>
              <a:off x="7735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3" name="Rectangle 1032"/>
            <p:cNvSpPr/>
            <p:nvPr/>
          </p:nvSpPr>
          <p:spPr>
            <a:xfrm>
              <a:off x="7743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4" name="Rectangle 1033"/>
            <p:cNvSpPr/>
            <p:nvPr/>
          </p:nvSpPr>
          <p:spPr>
            <a:xfrm>
              <a:off x="7809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35" name="Person206"/>
          <p:cNvGrpSpPr/>
          <p:nvPr/>
        </p:nvGrpSpPr>
        <p:grpSpPr>
          <a:xfrm>
            <a:off x="7926228" y="5010150"/>
            <a:ext cx="122872" cy="298989"/>
            <a:chOff x="7926228" y="5010150"/>
            <a:chExt cx="122872" cy="298989"/>
          </a:xfrm>
        </p:grpSpPr>
        <p:sp>
          <p:nvSpPr>
            <p:cNvPr id="1036" name="Oval 1035"/>
            <p:cNvSpPr/>
            <p:nvPr/>
          </p:nvSpPr>
          <p:spPr>
            <a:xfrm>
              <a:off x="7954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7" name="Rounded Rectangle 1036"/>
            <p:cNvSpPr/>
            <p:nvPr/>
          </p:nvSpPr>
          <p:spPr>
            <a:xfrm>
              <a:off x="7926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8" name="Rectangle 1037"/>
            <p:cNvSpPr/>
            <p:nvPr/>
          </p:nvSpPr>
          <p:spPr>
            <a:xfrm>
              <a:off x="7934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9" name="Rectangle 1038"/>
            <p:cNvSpPr/>
            <p:nvPr/>
          </p:nvSpPr>
          <p:spPr>
            <a:xfrm>
              <a:off x="7999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0" name="Person207"/>
          <p:cNvGrpSpPr/>
          <p:nvPr/>
        </p:nvGrpSpPr>
        <p:grpSpPr>
          <a:xfrm>
            <a:off x="8116728" y="5010150"/>
            <a:ext cx="122872" cy="298989"/>
            <a:chOff x="8116728" y="5010150"/>
            <a:chExt cx="122872" cy="298989"/>
          </a:xfrm>
        </p:grpSpPr>
        <p:sp>
          <p:nvSpPr>
            <p:cNvPr id="1041" name="Oval 1040"/>
            <p:cNvSpPr/>
            <p:nvPr/>
          </p:nvSpPr>
          <p:spPr>
            <a:xfrm>
              <a:off x="8145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2" name="Rounded Rectangle 1041"/>
            <p:cNvSpPr/>
            <p:nvPr/>
          </p:nvSpPr>
          <p:spPr>
            <a:xfrm>
              <a:off x="8116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3" name="Rectangle 1042"/>
            <p:cNvSpPr/>
            <p:nvPr/>
          </p:nvSpPr>
          <p:spPr>
            <a:xfrm>
              <a:off x="8124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4" name="Rectangle 1043"/>
            <p:cNvSpPr/>
            <p:nvPr/>
          </p:nvSpPr>
          <p:spPr>
            <a:xfrm>
              <a:off x="8190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45" name="Person208"/>
          <p:cNvGrpSpPr/>
          <p:nvPr/>
        </p:nvGrpSpPr>
        <p:grpSpPr>
          <a:xfrm>
            <a:off x="8307228" y="5010150"/>
            <a:ext cx="122872" cy="298989"/>
            <a:chOff x="8307228" y="5010150"/>
            <a:chExt cx="122872" cy="298989"/>
          </a:xfrm>
        </p:grpSpPr>
        <p:sp>
          <p:nvSpPr>
            <p:cNvPr id="1046" name="Oval 1045"/>
            <p:cNvSpPr/>
            <p:nvPr/>
          </p:nvSpPr>
          <p:spPr>
            <a:xfrm>
              <a:off x="8335898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7" name="Rounded Rectangle 1046"/>
            <p:cNvSpPr/>
            <p:nvPr/>
          </p:nvSpPr>
          <p:spPr>
            <a:xfrm>
              <a:off x="8307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8" name="Rectangle 1047"/>
            <p:cNvSpPr/>
            <p:nvPr/>
          </p:nvSpPr>
          <p:spPr>
            <a:xfrm>
              <a:off x="8315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9" name="Rectangle 1048"/>
            <p:cNvSpPr/>
            <p:nvPr/>
          </p:nvSpPr>
          <p:spPr>
            <a:xfrm>
              <a:off x="8380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0" name="Person209"/>
          <p:cNvGrpSpPr/>
          <p:nvPr/>
        </p:nvGrpSpPr>
        <p:grpSpPr>
          <a:xfrm>
            <a:off x="8497728" y="5010150"/>
            <a:ext cx="122872" cy="298989"/>
            <a:chOff x="8497728" y="5010150"/>
            <a:chExt cx="122872" cy="298989"/>
          </a:xfrm>
        </p:grpSpPr>
        <p:sp>
          <p:nvSpPr>
            <p:cNvPr id="1051" name="Oval 1050"/>
            <p:cNvSpPr/>
            <p:nvPr/>
          </p:nvSpPr>
          <p:spPr>
            <a:xfrm>
              <a:off x="8526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2" name="Rounded Rectangle 1051"/>
            <p:cNvSpPr/>
            <p:nvPr/>
          </p:nvSpPr>
          <p:spPr>
            <a:xfrm>
              <a:off x="8497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3" name="Rectangle 1052"/>
            <p:cNvSpPr/>
            <p:nvPr/>
          </p:nvSpPr>
          <p:spPr>
            <a:xfrm>
              <a:off x="8505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4" name="Rectangle 1053"/>
            <p:cNvSpPr/>
            <p:nvPr/>
          </p:nvSpPr>
          <p:spPr>
            <a:xfrm>
              <a:off x="8571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55" name="Person210"/>
          <p:cNvGrpSpPr/>
          <p:nvPr/>
        </p:nvGrpSpPr>
        <p:grpSpPr>
          <a:xfrm>
            <a:off x="8688228" y="5010150"/>
            <a:ext cx="122872" cy="298989"/>
            <a:chOff x="8688228" y="5010150"/>
            <a:chExt cx="122872" cy="298989"/>
          </a:xfrm>
        </p:grpSpPr>
        <p:sp>
          <p:nvSpPr>
            <p:cNvPr id="1056" name="Oval 1055"/>
            <p:cNvSpPr/>
            <p:nvPr/>
          </p:nvSpPr>
          <p:spPr>
            <a:xfrm>
              <a:off x="8716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7" name="Rounded Rectangle 1056"/>
            <p:cNvSpPr/>
            <p:nvPr/>
          </p:nvSpPr>
          <p:spPr>
            <a:xfrm>
              <a:off x="8688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8" name="Rectangle 1057"/>
            <p:cNvSpPr/>
            <p:nvPr/>
          </p:nvSpPr>
          <p:spPr>
            <a:xfrm>
              <a:off x="8696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59" name="Rectangle 1058"/>
            <p:cNvSpPr/>
            <p:nvPr/>
          </p:nvSpPr>
          <p:spPr>
            <a:xfrm>
              <a:off x="8761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0" name="Person211"/>
          <p:cNvGrpSpPr/>
          <p:nvPr/>
        </p:nvGrpSpPr>
        <p:grpSpPr>
          <a:xfrm>
            <a:off x="8878728" y="5010150"/>
            <a:ext cx="122872" cy="298989"/>
            <a:chOff x="8878728" y="5010150"/>
            <a:chExt cx="122872" cy="298989"/>
          </a:xfrm>
        </p:grpSpPr>
        <p:sp>
          <p:nvSpPr>
            <p:cNvPr id="1061" name="Oval 1060"/>
            <p:cNvSpPr/>
            <p:nvPr/>
          </p:nvSpPr>
          <p:spPr>
            <a:xfrm>
              <a:off x="8907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2" name="Rounded Rectangle 1061"/>
            <p:cNvSpPr/>
            <p:nvPr/>
          </p:nvSpPr>
          <p:spPr>
            <a:xfrm>
              <a:off x="8878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3" name="Rectangle 1062"/>
            <p:cNvSpPr/>
            <p:nvPr/>
          </p:nvSpPr>
          <p:spPr>
            <a:xfrm>
              <a:off x="8886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4" name="Rectangle 1063"/>
            <p:cNvSpPr/>
            <p:nvPr/>
          </p:nvSpPr>
          <p:spPr>
            <a:xfrm>
              <a:off x="8952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65" name="Person212"/>
          <p:cNvGrpSpPr/>
          <p:nvPr/>
        </p:nvGrpSpPr>
        <p:grpSpPr>
          <a:xfrm>
            <a:off x="9069228" y="5010150"/>
            <a:ext cx="122872" cy="298989"/>
            <a:chOff x="9069228" y="5010150"/>
            <a:chExt cx="122872" cy="298989"/>
          </a:xfrm>
        </p:grpSpPr>
        <p:sp>
          <p:nvSpPr>
            <p:cNvPr id="1066" name="Oval 1065"/>
            <p:cNvSpPr/>
            <p:nvPr/>
          </p:nvSpPr>
          <p:spPr>
            <a:xfrm>
              <a:off x="9097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7" name="Rounded Rectangle 1066"/>
            <p:cNvSpPr/>
            <p:nvPr/>
          </p:nvSpPr>
          <p:spPr>
            <a:xfrm>
              <a:off x="9069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8" name="Rectangle 1067"/>
            <p:cNvSpPr/>
            <p:nvPr/>
          </p:nvSpPr>
          <p:spPr>
            <a:xfrm>
              <a:off x="9077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69" name="Rectangle 1068"/>
            <p:cNvSpPr/>
            <p:nvPr/>
          </p:nvSpPr>
          <p:spPr>
            <a:xfrm>
              <a:off x="9142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0" name="Person213"/>
          <p:cNvGrpSpPr/>
          <p:nvPr/>
        </p:nvGrpSpPr>
        <p:grpSpPr>
          <a:xfrm>
            <a:off x="9259728" y="5010150"/>
            <a:ext cx="122872" cy="298989"/>
            <a:chOff x="9259728" y="5010150"/>
            <a:chExt cx="122872" cy="298989"/>
          </a:xfrm>
        </p:grpSpPr>
        <p:sp>
          <p:nvSpPr>
            <p:cNvPr id="1071" name="Oval 1070"/>
            <p:cNvSpPr/>
            <p:nvPr/>
          </p:nvSpPr>
          <p:spPr>
            <a:xfrm>
              <a:off x="9288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2" name="Rounded Rectangle 1071"/>
            <p:cNvSpPr/>
            <p:nvPr/>
          </p:nvSpPr>
          <p:spPr>
            <a:xfrm>
              <a:off x="9259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3" name="Rectangle 1072"/>
            <p:cNvSpPr/>
            <p:nvPr/>
          </p:nvSpPr>
          <p:spPr>
            <a:xfrm>
              <a:off x="9267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4" name="Rectangle 1073"/>
            <p:cNvSpPr/>
            <p:nvPr/>
          </p:nvSpPr>
          <p:spPr>
            <a:xfrm>
              <a:off x="9333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75" name="Person214"/>
          <p:cNvGrpSpPr/>
          <p:nvPr/>
        </p:nvGrpSpPr>
        <p:grpSpPr>
          <a:xfrm>
            <a:off x="9450228" y="5010150"/>
            <a:ext cx="122872" cy="298989"/>
            <a:chOff x="9450228" y="5010150"/>
            <a:chExt cx="122872" cy="298989"/>
          </a:xfrm>
        </p:grpSpPr>
        <p:sp>
          <p:nvSpPr>
            <p:cNvPr id="1076" name="Oval 1075"/>
            <p:cNvSpPr/>
            <p:nvPr/>
          </p:nvSpPr>
          <p:spPr>
            <a:xfrm>
              <a:off x="9478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7" name="Rounded Rectangle 1076"/>
            <p:cNvSpPr/>
            <p:nvPr/>
          </p:nvSpPr>
          <p:spPr>
            <a:xfrm>
              <a:off x="9450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8" name="Rectangle 1077"/>
            <p:cNvSpPr/>
            <p:nvPr/>
          </p:nvSpPr>
          <p:spPr>
            <a:xfrm>
              <a:off x="9458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79" name="Rectangle 1078"/>
            <p:cNvSpPr/>
            <p:nvPr/>
          </p:nvSpPr>
          <p:spPr>
            <a:xfrm>
              <a:off x="9523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0" name="Person215"/>
          <p:cNvGrpSpPr/>
          <p:nvPr/>
        </p:nvGrpSpPr>
        <p:grpSpPr>
          <a:xfrm>
            <a:off x="9640728" y="5010150"/>
            <a:ext cx="122872" cy="298989"/>
            <a:chOff x="9640728" y="5010150"/>
            <a:chExt cx="122872" cy="298989"/>
          </a:xfrm>
        </p:grpSpPr>
        <p:sp>
          <p:nvSpPr>
            <p:cNvPr id="1081" name="Oval 1080"/>
            <p:cNvSpPr/>
            <p:nvPr/>
          </p:nvSpPr>
          <p:spPr>
            <a:xfrm>
              <a:off x="9669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2" name="Rounded Rectangle 1081"/>
            <p:cNvSpPr/>
            <p:nvPr/>
          </p:nvSpPr>
          <p:spPr>
            <a:xfrm>
              <a:off x="9640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3" name="Rectangle 1082"/>
            <p:cNvSpPr/>
            <p:nvPr/>
          </p:nvSpPr>
          <p:spPr>
            <a:xfrm>
              <a:off x="9648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4" name="Rectangle 1083"/>
            <p:cNvSpPr/>
            <p:nvPr/>
          </p:nvSpPr>
          <p:spPr>
            <a:xfrm>
              <a:off x="9714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85" name="Person216"/>
          <p:cNvGrpSpPr/>
          <p:nvPr/>
        </p:nvGrpSpPr>
        <p:grpSpPr>
          <a:xfrm>
            <a:off x="9831228" y="5010150"/>
            <a:ext cx="122872" cy="298989"/>
            <a:chOff x="9831228" y="5010150"/>
            <a:chExt cx="122872" cy="298989"/>
          </a:xfrm>
        </p:grpSpPr>
        <p:sp>
          <p:nvSpPr>
            <p:cNvPr id="1086" name="Oval 1085"/>
            <p:cNvSpPr/>
            <p:nvPr/>
          </p:nvSpPr>
          <p:spPr>
            <a:xfrm>
              <a:off x="9859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7" name="Rounded Rectangle 1086"/>
            <p:cNvSpPr/>
            <p:nvPr/>
          </p:nvSpPr>
          <p:spPr>
            <a:xfrm>
              <a:off x="9831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8" name="Rectangle 1087"/>
            <p:cNvSpPr/>
            <p:nvPr/>
          </p:nvSpPr>
          <p:spPr>
            <a:xfrm>
              <a:off x="9839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89" name="Rectangle 1088"/>
            <p:cNvSpPr/>
            <p:nvPr/>
          </p:nvSpPr>
          <p:spPr>
            <a:xfrm>
              <a:off x="9904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0" name="Person217"/>
          <p:cNvGrpSpPr/>
          <p:nvPr/>
        </p:nvGrpSpPr>
        <p:grpSpPr>
          <a:xfrm>
            <a:off x="10021728" y="5010150"/>
            <a:ext cx="122872" cy="298989"/>
            <a:chOff x="10021728" y="5010150"/>
            <a:chExt cx="122872" cy="298989"/>
          </a:xfrm>
        </p:grpSpPr>
        <p:sp>
          <p:nvSpPr>
            <p:cNvPr id="1091" name="Oval 1090"/>
            <p:cNvSpPr/>
            <p:nvPr/>
          </p:nvSpPr>
          <p:spPr>
            <a:xfrm>
              <a:off x="10050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2" name="Rounded Rectangle 1091"/>
            <p:cNvSpPr/>
            <p:nvPr/>
          </p:nvSpPr>
          <p:spPr>
            <a:xfrm>
              <a:off x="10021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3" name="Rectangle 1092"/>
            <p:cNvSpPr/>
            <p:nvPr/>
          </p:nvSpPr>
          <p:spPr>
            <a:xfrm>
              <a:off x="10029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4" name="Rectangle 1093"/>
            <p:cNvSpPr/>
            <p:nvPr/>
          </p:nvSpPr>
          <p:spPr>
            <a:xfrm>
              <a:off x="10095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95" name="Person218"/>
          <p:cNvGrpSpPr/>
          <p:nvPr/>
        </p:nvGrpSpPr>
        <p:grpSpPr>
          <a:xfrm>
            <a:off x="10212228" y="5010150"/>
            <a:ext cx="122872" cy="298989"/>
            <a:chOff x="10212228" y="5010150"/>
            <a:chExt cx="122872" cy="298989"/>
          </a:xfrm>
        </p:grpSpPr>
        <p:sp>
          <p:nvSpPr>
            <p:cNvPr id="1096" name="Oval 1095"/>
            <p:cNvSpPr/>
            <p:nvPr/>
          </p:nvSpPr>
          <p:spPr>
            <a:xfrm>
              <a:off x="10240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7" name="Rounded Rectangle 1096"/>
            <p:cNvSpPr/>
            <p:nvPr/>
          </p:nvSpPr>
          <p:spPr>
            <a:xfrm>
              <a:off x="10212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8" name="Rectangle 1097"/>
            <p:cNvSpPr/>
            <p:nvPr/>
          </p:nvSpPr>
          <p:spPr>
            <a:xfrm>
              <a:off x="10220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9" name="Rectangle 1098"/>
            <p:cNvSpPr/>
            <p:nvPr/>
          </p:nvSpPr>
          <p:spPr>
            <a:xfrm>
              <a:off x="10285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0" name="Person219"/>
          <p:cNvGrpSpPr/>
          <p:nvPr/>
        </p:nvGrpSpPr>
        <p:grpSpPr>
          <a:xfrm>
            <a:off x="10402728" y="5010150"/>
            <a:ext cx="122872" cy="298989"/>
            <a:chOff x="10402728" y="5010150"/>
            <a:chExt cx="122872" cy="298989"/>
          </a:xfrm>
        </p:grpSpPr>
        <p:sp>
          <p:nvSpPr>
            <p:cNvPr id="1101" name="Oval 1100"/>
            <p:cNvSpPr/>
            <p:nvPr/>
          </p:nvSpPr>
          <p:spPr>
            <a:xfrm>
              <a:off x="10431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2" name="Rounded Rectangle 1101"/>
            <p:cNvSpPr/>
            <p:nvPr/>
          </p:nvSpPr>
          <p:spPr>
            <a:xfrm>
              <a:off x="10402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3" name="Rectangle 1102"/>
            <p:cNvSpPr/>
            <p:nvPr/>
          </p:nvSpPr>
          <p:spPr>
            <a:xfrm>
              <a:off x="10410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4" name="Rectangle 1103"/>
            <p:cNvSpPr/>
            <p:nvPr/>
          </p:nvSpPr>
          <p:spPr>
            <a:xfrm>
              <a:off x="10476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05" name="Person220"/>
          <p:cNvGrpSpPr/>
          <p:nvPr/>
        </p:nvGrpSpPr>
        <p:grpSpPr>
          <a:xfrm>
            <a:off x="10593228" y="5010150"/>
            <a:ext cx="122872" cy="298989"/>
            <a:chOff x="10593228" y="5010150"/>
            <a:chExt cx="122872" cy="298989"/>
          </a:xfrm>
        </p:grpSpPr>
        <p:sp>
          <p:nvSpPr>
            <p:cNvPr id="1106" name="Oval 1105"/>
            <p:cNvSpPr/>
            <p:nvPr/>
          </p:nvSpPr>
          <p:spPr>
            <a:xfrm>
              <a:off x="10621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7" name="Rounded Rectangle 1106"/>
            <p:cNvSpPr/>
            <p:nvPr/>
          </p:nvSpPr>
          <p:spPr>
            <a:xfrm>
              <a:off x="10593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8" name="Rectangle 1107"/>
            <p:cNvSpPr/>
            <p:nvPr/>
          </p:nvSpPr>
          <p:spPr>
            <a:xfrm>
              <a:off x="10601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9" name="Rectangle 1108"/>
            <p:cNvSpPr/>
            <p:nvPr/>
          </p:nvSpPr>
          <p:spPr>
            <a:xfrm>
              <a:off x="10666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0" name="Person221"/>
          <p:cNvGrpSpPr/>
          <p:nvPr/>
        </p:nvGrpSpPr>
        <p:grpSpPr>
          <a:xfrm>
            <a:off x="10783728" y="5010150"/>
            <a:ext cx="122872" cy="298989"/>
            <a:chOff x="10783728" y="5010150"/>
            <a:chExt cx="122872" cy="298989"/>
          </a:xfrm>
        </p:grpSpPr>
        <p:sp>
          <p:nvSpPr>
            <p:cNvPr id="1111" name="Oval 1110"/>
            <p:cNvSpPr/>
            <p:nvPr/>
          </p:nvSpPr>
          <p:spPr>
            <a:xfrm>
              <a:off x="10812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2" name="Rounded Rectangle 1111"/>
            <p:cNvSpPr/>
            <p:nvPr/>
          </p:nvSpPr>
          <p:spPr>
            <a:xfrm>
              <a:off x="10783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3" name="Rectangle 1112"/>
            <p:cNvSpPr/>
            <p:nvPr/>
          </p:nvSpPr>
          <p:spPr>
            <a:xfrm>
              <a:off x="10791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4" name="Rectangle 1113"/>
            <p:cNvSpPr/>
            <p:nvPr/>
          </p:nvSpPr>
          <p:spPr>
            <a:xfrm>
              <a:off x="10857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15" name="Person222"/>
          <p:cNvGrpSpPr/>
          <p:nvPr/>
        </p:nvGrpSpPr>
        <p:grpSpPr>
          <a:xfrm>
            <a:off x="10974228" y="5010150"/>
            <a:ext cx="122872" cy="298989"/>
            <a:chOff x="10974228" y="5010150"/>
            <a:chExt cx="122872" cy="298989"/>
          </a:xfrm>
        </p:grpSpPr>
        <p:sp>
          <p:nvSpPr>
            <p:cNvPr id="1116" name="Oval 1115"/>
            <p:cNvSpPr/>
            <p:nvPr/>
          </p:nvSpPr>
          <p:spPr>
            <a:xfrm>
              <a:off x="11002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7" name="Rounded Rectangle 1116"/>
            <p:cNvSpPr/>
            <p:nvPr/>
          </p:nvSpPr>
          <p:spPr>
            <a:xfrm>
              <a:off x="10974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8" name="Rectangle 1117"/>
            <p:cNvSpPr/>
            <p:nvPr/>
          </p:nvSpPr>
          <p:spPr>
            <a:xfrm>
              <a:off x="10982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9" name="Rectangle 1118"/>
            <p:cNvSpPr/>
            <p:nvPr/>
          </p:nvSpPr>
          <p:spPr>
            <a:xfrm>
              <a:off x="11047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0" name="Person223"/>
          <p:cNvGrpSpPr/>
          <p:nvPr/>
        </p:nvGrpSpPr>
        <p:grpSpPr>
          <a:xfrm>
            <a:off x="11164728" y="5010150"/>
            <a:ext cx="122872" cy="298989"/>
            <a:chOff x="11164728" y="5010150"/>
            <a:chExt cx="122872" cy="298989"/>
          </a:xfrm>
        </p:grpSpPr>
        <p:sp>
          <p:nvSpPr>
            <p:cNvPr id="1121" name="Oval 1120"/>
            <p:cNvSpPr/>
            <p:nvPr/>
          </p:nvSpPr>
          <p:spPr>
            <a:xfrm>
              <a:off x="111933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2" name="Rounded Rectangle 1121"/>
            <p:cNvSpPr/>
            <p:nvPr/>
          </p:nvSpPr>
          <p:spPr>
            <a:xfrm>
              <a:off x="111647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3" name="Rectangle 1122"/>
            <p:cNvSpPr/>
            <p:nvPr/>
          </p:nvSpPr>
          <p:spPr>
            <a:xfrm>
              <a:off x="111729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4" name="Rectangle 1123"/>
            <p:cNvSpPr/>
            <p:nvPr/>
          </p:nvSpPr>
          <p:spPr>
            <a:xfrm>
              <a:off x="112384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5" name="Person224"/>
          <p:cNvGrpSpPr/>
          <p:nvPr/>
        </p:nvGrpSpPr>
        <p:grpSpPr>
          <a:xfrm>
            <a:off x="11355228" y="5010150"/>
            <a:ext cx="122872" cy="298989"/>
            <a:chOff x="11355228" y="5010150"/>
            <a:chExt cx="122872" cy="298989"/>
          </a:xfrm>
        </p:grpSpPr>
        <p:sp>
          <p:nvSpPr>
            <p:cNvPr id="1126" name="Oval 1125"/>
            <p:cNvSpPr/>
            <p:nvPr/>
          </p:nvSpPr>
          <p:spPr>
            <a:xfrm>
              <a:off x="11383899" y="501015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7" name="Rounded Rectangle 1126"/>
            <p:cNvSpPr/>
            <p:nvPr/>
          </p:nvSpPr>
          <p:spPr>
            <a:xfrm>
              <a:off x="11355228" y="509616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8" name="Rectangle 1127"/>
            <p:cNvSpPr/>
            <p:nvPr/>
          </p:nvSpPr>
          <p:spPr>
            <a:xfrm>
              <a:off x="11363420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29" name="Rectangle 1128"/>
            <p:cNvSpPr/>
            <p:nvPr/>
          </p:nvSpPr>
          <p:spPr>
            <a:xfrm>
              <a:off x="11428952" y="519036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0" name="Person225"/>
          <p:cNvGrpSpPr/>
          <p:nvPr/>
        </p:nvGrpSpPr>
        <p:grpSpPr>
          <a:xfrm>
            <a:off x="6783228" y="5410200"/>
            <a:ext cx="122872" cy="298989"/>
            <a:chOff x="6783228" y="5410200"/>
            <a:chExt cx="122872" cy="298989"/>
          </a:xfrm>
        </p:grpSpPr>
        <p:sp>
          <p:nvSpPr>
            <p:cNvPr id="1131" name="Oval 1130"/>
            <p:cNvSpPr/>
            <p:nvPr/>
          </p:nvSpPr>
          <p:spPr>
            <a:xfrm>
              <a:off x="681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2" name="Rounded Rectangle 1131"/>
            <p:cNvSpPr/>
            <p:nvPr/>
          </p:nvSpPr>
          <p:spPr>
            <a:xfrm>
              <a:off x="678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3" name="Rectangle 1132"/>
            <p:cNvSpPr/>
            <p:nvPr/>
          </p:nvSpPr>
          <p:spPr>
            <a:xfrm>
              <a:off x="679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4" name="Rectangle 1133"/>
            <p:cNvSpPr/>
            <p:nvPr/>
          </p:nvSpPr>
          <p:spPr>
            <a:xfrm>
              <a:off x="685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35" name="Person226"/>
          <p:cNvGrpSpPr/>
          <p:nvPr/>
        </p:nvGrpSpPr>
        <p:grpSpPr>
          <a:xfrm>
            <a:off x="6973728" y="5410200"/>
            <a:ext cx="122872" cy="298989"/>
            <a:chOff x="6973728" y="5410200"/>
            <a:chExt cx="122872" cy="298989"/>
          </a:xfrm>
        </p:grpSpPr>
        <p:sp>
          <p:nvSpPr>
            <p:cNvPr id="1136" name="Oval 1135"/>
            <p:cNvSpPr/>
            <p:nvPr/>
          </p:nvSpPr>
          <p:spPr>
            <a:xfrm>
              <a:off x="7002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7" name="Rounded Rectangle 1136"/>
            <p:cNvSpPr/>
            <p:nvPr/>
          </p:nvSpPr>
          <p:spPr>
            <a:xfrm>
              <a:off x="697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8" name="Rectangle 1137"/>
            <p:cNvSpPr/>
            <p:nvPr/>
          </p:nvSpPr>
          <p:spPr>
            <a:xfrm>
              <a:off x="698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39" name="Rectangle 1138"/>
            <p:cNvSpPr/>
            <p:nvPr/>
          </p:nvSpPr>
          <p:spPr>
            <a:xfrm>
              <a:off x="704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0" name="Person227"/>
          <p:cNvGrpSpPr/>
          <p:nvPr/>
        </p:nvGrpSpPr>
        <p:grpSpPr>
          <a:xfrm>
            <a:off x="7164228" y="5410200"/>
            <a:ext cx="122872" cy="298989"/>
            <a:chOff x="7164228" y="5410200"/>
            <a:chExt cx="122872" cy="298989"/>
          </a:xfrm>
        </p:grpSpPr>
        <p:sp>
          <p:nvSpPr>
            <p:cNvPr id="1141" name="Oval 1140"/>
            <p:cNvSpPr/>
            <p:nvPr/>
          </p:nvSpPr>
          <p:spPr>
            <a:xfrm>
              <a:off x="719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2" name="Rounded Rectangle 1141"/>
            <p:cNvSpPr/>
            <p:nvPr/>
          </p:nvSpPr>
          <p:spPr>
            <a:xfrm>
              <a:off x="716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3" name="Rectangle 1142"/>
            <p:cNvSpPr/>
            <p:nvPr/>
          </p:nvSpPr>
          <p:spPr>
            <a:xfrm>
              <a:off x="717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4" name="Rectangle 1143"/>
            <p:cNvSpPr/>
            <p:nvPr/>
          </p:nvSpPr>
          <p:spPr>
            <a:xfrm>
              <a:off x="723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45" name="Person228"/>
          <p:cNvGrpSpPr/>
          <p:nvPr/>
        </p:nvGrpSpPr>
        <p:grpSpPr>
          <a:xfrm>
            <a:off x="7354728" y="5410200"/>
            <a:ext cx="122872" cy="298989"/>
            <a:chOff x="7354728" y="5410200"/>
            <a:chExt cx="122872" cy="298989"/>
          </a:xfrm>
        </p:grpSpPr>
        <p:sp>
          <p:nvSpPr>
            <p:cNvPr id="1146" name="Oval 1145"/>
            <p:cNvSpPr/>
            <p:nvPr/>
          </p:nvSpPr>
          <p:spPr>
            <a:xfrm>
              <a:off x="738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7" name="Rounded Rectangle 1146"/>
            <p:cNvSpPr/>
            <p:nvPr/>
          </p:nvSpPr>
          <p:spPr>
            <a:xfrm>
              <a:off x="735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8" name="Rectangle 1147"/>
            <p:cNvSpPr/>
            <p:nvPr/>
          </p:nvSpPr>
          <p:spPr>
            <a:xfrm>
              <a:off x="736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9" name="Rectangle 1148"/>
            <p:cNvSpPr/>
            <p:nvPr/>
          </p:nvSpPr>
          <p:spPr>
            <a:xfrm>
              <a:off x="742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0" name="Person229"/>
          <p:cNvGrpSpPr/>
          <p:nvPr/>
        </p:nvGrpSpPr>
        <p:grpSpPr>
          <a:xfrm>
            <a:off x="7545228" y="5410200"/>
            <a:ext cx="122872" cy="298989"/>
            <a:chOff x="7545228" y="5410200"/>
            <a:chExt cx="122872" cy="298989"/>
          </a:xfrm>
        </p:grpSpPr>
        <p:sp>
          <p:nvSpPr>
            <p:cNvPr id="1151" name="Oval 1150"/>
            <p:cNvSpPr/>
            <p:nvPr/>
          </p:nvSpPr>
          <p:spPr>
            <a:xfrm>
              <a:off x="757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2" name="Rounded Rectangle 1151"/>
            <p:cNvSpPr/>
            <p:nvPr/>
          </p:nvSpPr>
          <p:spPr>
            <a:xfrm>
              <a:off x="754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3" name="Rectangle 1152"/>
            <p:cNvSpPr/>
            <p:nvPr/>
          </p:nvSpPr>
          <p:spPr>
            <a:xfrm>
              <a:off x="755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4" name="Rectangle 1153"/>
            <p:cNvSpPr/>
            <p:nvPr/>
          </p:nvSpPr>
          <p:spPr>
            <a:xfrm>
              <a:off x="761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55" name="Person230"/>
          <p:cNvGrpSpPr/>
          <p:nvPr/>
        </p:nvGrpSpPr>
        <p:grpSpPr>
          <a:xfrm>
            <a:off x="7735728" y="5410200"/>
            <a:ext cx="122872" cy="298989"/>
            <a:chOff x="7735728" y="5410200"/>
            <a:chExt cx="122872" cy="298989"/>
          </a:xfrm>
        </p:grpSpPr>
        <p:sp>
          <p:nvSpPr>
            <p:cNvPr id="1156" name="Oval 1155"/>
            <p:cNvSpPr/>
            <p:nvPr/>
          </p:nvSpPr>
          <p:spPr>
            <a:xfrm>
              <a:off x="77643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7" name="Rounded Rectangle 1156"/>
            <p:cNvSpPr/>
            <p:nvPr/>
          </p:nvSpPr>
          <p:spPr>
            <a:xfrm>
              <a:off x="7735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8" name="Rectangle 1157"/>
            <p:cNvSpPr/>
            <p:nvPr/>
          </p:nvSpPr>
          <p:spPr>
            <a:xfrm>
              <a:off x="7743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59" name="Rectangle 1158"/>
            <p:cNvSpPr/>
            <p:nvPr/>
          </p:nvSpPr>
          <p:spPr>
            <a:xfrm>
              <a:off x="7809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0" name="Person231"/>
          <p:cNvGrpSpPr/>
          <p:nvPr/>
        </p:nvGrpSpPr>
        <p:grpSpPr>
          <a:xfrm>
            <a:off x="7926228" y="5410200"/>
            <a:ext cx="122872" cy="298989"/>
            <a:chOff x="7926228" y="5410200"/>
            <a:chExt cx="122872" cy="298989"/>
          </a:xfrm>
        </p:grpSpPr>
        <p:sp>
          <p:nvSpPr>
            <p:cNvPr id="1161" name="Oval 1160"/>
            <p:cNvSpPr/>
            <p:nvPr/>
          </p:nvSpPr>
          <p:spPr>
            <a:xfrm>
              <a:off x="7954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2" name="Rounded Rectangle 1161"/>
            <p:cNvSpPr/>
            <p:nvPr/>
          </p:nvSpPr>
          <p:spPr>
            <a:xfrm>
              <a:off x="7926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3" name="Rectangle 1162"/>
            <p:cNvSpPr/>
            <p:nvPr/>
          </p:nvSpPr>
          <p:spPr>
            <a:xfrm>
              <a:off x="7934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4" name="Rectangle 1163"/>
            <p:cNvSpPr/>
            <p:nvPr/>
          </p:nvSpPr>
          <p:spPr>
            <a:xfrm>
              <a:off x="7999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65" name="Person232"/>
          <p:cNvGrpSpPr/>
          <p:nvPr/>
        </p:nvGrpSpPr>
        <p:grpSpPr>
          <a:xfrm>
            <a:off x="8116728" y="5410200"/>
            <a:ext cx="122872" cy="298989"/>
            <a:chOff x="8116728" y="5410200"/>
            <a:chExt cx="122872" cy="298989"/>
          </a:xfrm>
        </p:grpSpPr>
        <p:sp>
          <p:nvSpPr>
            <p:cNvPr id="1166" name="Oval 1165"/>
            <p:cNvSpPr/>
            <p:nvPr/>
          </p:nvSpPr>
          <p:spPr>
            <a:xfrm>
              <a:off x="8145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7" name="Rounded Rectangle 1166"/>
            <p:cNvSpPr/>
            <p:nvPr/>
          </p:nvSpPr>
          <p:spPr>
            <a:xfrm>
              <a:off x="8116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8" name="Rectangle 1167"/>
            <p:cNvSpPr/>
            <p:nvPr/>
          </p:nvSpPr>
          <p:spPr>
            <a:xfrm>
              <a:off x="8124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9" name="Rectangle 1168"/>
            <p:cNvSpPr/>
            <p:nvPr/>
          </p:nvSpPr>
          <p:spPr>
            <a:xfrm>
              <a:off x="8190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0" name="Person233"/>
          <p:cNvGrpSpPr/>
          <p:nvPr/>
        </p:nvGrpSpPr>
        <p:grpSpPr>
          <a:xfrm>
            <a:off x="8307228" y="5410200"/>
            <a:ext cx="122872" cy="298989"/>
            <a:chOff x="8307228" y="5410200"/>
            <a:chExt cx="122872" cy="298989"/>
          </a:xfrm>
        </p:grpSpPr>
        <p:sp>
          <p:nvSpPr>
            <p:cNvPr id="1171" name="Oval 1170"/>
            <p:cNvSpPr/>
            <p:nvPr/>
          </p:nvSpPr>
          <p:spPr>
            <a:xfrm>
              <a:off x="8335898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2" name="Rounded Rectangle 1171"/>
            <p:cNvSpPr/>
            <p:nvPr/>
          </p:nvSpPr>
          <p:spPr>
            <a:xfrm>
              <a:off x="8307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3" name="Rectangle 1172"/>
            <p:cNvSpPr/>
            <p:nvPr/>
          </p:nvSpPr>
          <p:spPr>
            <a:xfrm>
              <a:off x="8315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4" name="Rectangle 1173"/>
            <p:cNvSpPr/>
            <p:nvPr/>
          </p:nvSpPr>
          <p:spPr>
            <a:xfrm>
              <a:off x="8380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75" name="Person234"/>
          <p:cNvGrpSpPr/>
          <p:nvPr/>
        </p:nvGrpSpPr>
        <p:grpSpPr>
          <a:xfrm>
            <a:off x="8497728" y="5410200"/>
            <a:ext cx="122872" cy="298989"/>
            <a:chOff x="8497728" y="5410200"/>
            <a:chExt cx="122872" cy="298989"/>
          </a:xfrm>
        </p:grpSpPr>
        <p:sp>
          <p:nvSpPr>
            <p:cNvPr id="1176" name="Oval 1175"/>
            <p:cNvSpPr/>
            <p:nvPr/>
          </p:nvSpPr>
          <p:spPr>
            <a:xfrm>
              <a:off x="8526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7" name="Rounded Rectangle 1176"/>
            <p:cNvSpPr/>
            <p:nvPr/>
          </p:nvSpPr>
          <p:spPr>
            <a:xfrm>
              <a:off x="8497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8" name="Rectangle 1177"/>
            <p:cNvSpPr/>
            <p:nvPr/>
          </p:nvSpPr>
          <p:spPr>
            <a:xfrm>
              <a:off x="8505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9" name="Rectangle 1178"/>
            <p:cNvSpPr/>
            <p:nvPr/>
          </p:nvSpPr>
          <p:spPr>
            <a:xfrm>
              <a:off x="8571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0" name="Person235"/>
          <p:cNvGrpSpPr/>
          <p:nvPr/>
        </p:nvGrpSpPr>
        <p:grpSpPr>
          <a:xfrm>
            <a:off x="8688228" y="5410200"/>
            <a:ext cx="122872" cy="298989"/>
            <a:chOff x="8688228" y="5410200"/>
            <a:chExt cx="122872" cy="298989"/>
          </a:xfrm>
        </p:grpSpPr>
        <p:sp>
          <p:nvSpPr>
            <p:cNvPr id="1181" name="Oval 1180"/>
            <p:cNvSpPr/>
            <p:nvPr/>
          </p:nvSpPr>
          <p:spPr>
            <a:xfrm>
              <a:off x="8716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2" name="Rounded Rectangle 1181"/>
            <p:cNvSpPr/>
            <p:nvPr/>
          </p:nvSpPr>
          <p:spPr>
            <a:xfrm>
              <a:off x="8688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3" name="Rectangle 1182"/>
            <p:cNvSpPr/>
            <p:nvPr/>
          </p:nvSpPr>
          <p:spPr>
            <a:xfrm>
              <a:off x="8696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4" name="Rectangle 1183"/>
            <p:cNvSpPr/>
            <p:nvPr/>
          </p:nvSpPr>
          <p:spPr>
            <a:xfrm>
              <a:off x="8761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85" name="Person236"/>
          <p:cNvGrpSpPr/>
          <p:nvPr/>
        </p:nvGrpSpPr>
        <p:grpSpPr>
          <a:xfrm>
            <a:off x="8878728" y="5410200"/>
            <a:ext cx="122872" cy="298989"/>
            <a:chOff x="8878728" y="5410200"/>
            <a:chExt cx="122872" cy="298989"/>
          </a:xfrm>
        </p:grpSpPr>
        <p:sp>
          <p:nvSpPr>
            <p:cNvPr id="1186" name="Oval 1185"/>
            <p:cNvSpPr/>
            <p:nvPr/>
          </p:nvSpPr>
          <p:spPr>
            <a:xfrm>
              <a:off x="8907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7" name="Rounded Rectangle 1186"/>
            <p:cNvSpPr/>
            <p:nvPr/>
          </p:nvSpPr>
          <p:spPr>
            <a:xfrm>
              <a:off x="8878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8" name="Rectangle 1187"/>
            <p:cNvSpPr/>
            <p:nvPr/>
          </p:nvSpPr>
          <p:spPr>
            <a:xfrm>
              <a:off x="8886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9" name="Rectangle 1188"/>
            <p:cNvSpPr/>
            <p:nvPr/>
          </p:nvSpPr>
          <p:spPr>
            <a:xfrm>
              <a:off x="8952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0" name="Person237"/>
          <p:cNvGrpSpPr/>
          <p:nvPr/>
        </p:nvGrpSpPr>
        <p:grpSpPr>
          <a:xfrm>
            <a:off x="9069228" y="5410200"/>
            <a:ext cx="122872" cy="298989"/>
            <a:chOff x="9069228" y="5410200"/>
            <a:chExt cx="122872" cy="298989"/>
          </a:xfrm>
        </p:grpSpPr>
        <p:sp>
          <p:nvSpPr>
            <p:cNvPr id="1191" name="Oval 1190"/>
            <p:cNvSpPr/>
            <p:nvPr/>
          </p:nvSpPr>
          <p:spPr>
            <a:xfrm>
              <a:off x="9097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2" name="Rounded Rectangle 1191"/>
            <p:cNvSpPr/>
            <p:nvPr/>
          </p:nvSpPr>
          <p:spPr>
            <a:xfrm>
              <a:off x="9069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3" name="Rectangle 1192"/>
            <p:cNvSpPr/>
            <p:nvPr/>
          </p:nvSpPr>
          <p:spPr>
            <a:xfrm>
              <a:off x="9077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4" name="Rectangle 1193"/>
            <p:cNvSpPr/>
            <p:nvPr/>
          </p:nvSpPr>
          <p:spPr>
            <a:xfrm>
              <a:off x="9142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95" name="Person238"/>
          <p:cNvGrpSpPr/>
          <p:nvPr/>
        </p:nvGrpSpPr>
        <p:grpSpPr>
          <a:xfrm>
            <a:off x="9259728" y="5410200"/>
            <a:ext cx="122872" cy="298989"/>
            <a:chOff x="9259728" y="5410200"/>
            <a:chExt cx="122872" cy="298989"/>
          </a:xfrm>
        </p:grpSpPr>
        <p:sp>
          <p:nvSpPr>
            <p:cNvPr id="1196" name="Oval 1195"/>
            <p:cNvSpPr/>
            <p:nvPr/>
          </p:nvSpPr>
          <p:spPr>
            <a:xfrm>
              <a:off x="9288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7" name="Rounded Rectangle 1196"/>
            <p:cNvSpPr/>
            <p:nvPr/>
          </p:nvSpPr>
          <p:spPr>
            <a:xfrm>
              <a:off x="9259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8" name="Rectangle 1197"/>
            <p:cNvSpPr/>
            <p:nvPr/>
          </p:nvSpPr>
          <p:spPr>
            <a:xfrm>
              <a:off x="9267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9" name="Rectangle 1198"/>
            <p:cNvSpPr/>
            <p:nvPr/>
          </p:nvSpPr>
          <p:spPr>
            <a:xfrm>
              <a:off x="9333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0" name="Person239"/>
          <p:cNvGrpSpPr/>
          <p:nvPr/>
        </p:nvGrpSpPr>
        <p:grpSpPr>
          <a:xfrm>
            <a:off x="9450228" y="5410200"/>
            <a:ext cx="122872" cy="298989"/>
            <a:chOff x="9450228" y="5410200"/>
            <a:chExt cx="122872" cy="298989"/>
          </a:xfrm>
        </p:grpSpPr>
        <p:sp>
          <p:nvSpPr>
            <p:cNvPr id="1201" name="Oval 1200"/>
            <p:cNvSpPr/>
            <p:nvPr/>
          </p:nvSpPr>
          <p:spPr>
            <a:xfrm>
              <a:off x="9478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2" name="Rounded Rectangle 1201"/>
            <p:cNvSpPr/>
            <p:nvPr/>
          </p:nvSpPr>
          <p:spPr>
            <a:xfrm>
              <a:off x="9450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3" name="Rectangle 1202"/>
            <p:cNvSpPr/>
            <p:nvPr/>
          </p:nvSpPr>
          <p:spPr>
            <a:xfrm>
              <a:off x="9458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4" name="Rectangle 1203"/>
            <p:cNvSpPr/>
            <p:nvPr/>
          </p:nvSpPr>
          <p:spPr>
            <a:xfrm>
              <a:off x="9523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05" name="Person240"/>
          <p:cNvGrpSpPr/>
          <p:nvPr/>
        </p:nvGrpSpPr>
        <p:grpSpPr>
          <a:xfrm>
            <a:off x="9640728" y="5410200"/>
            <a:ext cx="122872" cy="298989"/>
            <a:chOff x="9640728" y="5410200"/>
            <a:chExt cx="122872" cy="298989"/>
          </a:xfrm>
        </p:grpSpPr>
        <p:sp>
          <p:nvSpPr>
            <p:cNvPr id="1206" name="Oval 1205"/>
            <p:cNvSpPr/>
            <p:nvPr/>
          </p:nvSpPr>
          <p:spPr>
            <a:xfrm>
              <a:off x="9669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7" name="Rounded Rectangle 1206"/>
            <p:cNvSpPr/>
            <p:nvPr/>
          </p:nvSpPr>
          <p:spPr>
            <a:xfrm>
              <a:off x="9640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8" name="Rectangle 1207"/>
            <p:cNvSpPr/>
            <p:nvPr/>
          </p:nvSpPr>
          <p:spPr>
            <a:xfrm>
              <a:off x="9648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9" name="Rectangle 1208"/>
            <p:cNvSpPr/>
            <p:nvPr/>
          </p:nvSpPr>
          <p:spPr>
            <a:xfrm>
              <a:off x="9714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0" name="Person241"/>
          <p:cNvGrpSpPr/>
          <p:nvPr/>
        </p:nvGrpSpPr>
        <p:grpSpPr>
          <a:xfrm>
            <a:off x="9831228" y="5410200"/>
            <a:ext cx="122872" cy="298989"/>
            <a:chOff x="9831228" y="5410200"/>
            <a:chExt cx="122872" cy="298989"/>
          </a:xfrm>
        </p:grpSpPr>
        <p:sp>
          <p:nvSpPr>
            <p:cNvPr id="1211" name="Oval 1210"/>
            <p:cNvSpPr/>
            <p:nvPr/>
          </p:nvSpPr>
          <p:spPr>
            <a:xfrm>
              <a:off x="9859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2" name="Rounded Rectangle 1211"/>
            <p:cNvSpPr/>
            <p:nvPr/>
          </p:nvSpPr>
          <p:spPr>
            <a:xfrm>
              <a:off x="9831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3" name="Rectangle 1212"/>
            <p:cNvSpPr/>
            <p:nvPr/>
          </p:nvSpPr>
          <p:spPr>
            <a:xfrm>
              <a:off x="9839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4" name="Rectangle 1213"/>
            <p:cNvSpPr/>
            <p:nvPr/>
          </p:nvSpPr>
          <p:spPr>
            <a:xfrm>
              <a:off x="9904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15" name="Person242"/>
          <p:cNvGrpSpPr/>
          <p:nvPr/>
        </p:nvGrpSpPr>
        <p:grpSpPr>
          <a:xfrm>
            <a:off x="10021728" y="5410200"/>
            <a:ext cx="122872" cy="298989"/>
            <a:chOff x="10021728" y="5410200"/>
            <a:chExt cx="122872" cy="298989"/>
          </a:xfrm>
        </p:grpSpPr>
        <p:sp>
          <p:nvSpPr>
            <p:cNvPr id="1216" name="Oval 1215"/>
            <p:cNvSpPr/>
            <p:nvPr/>
          </p:nvSpPr>
          <p:spPr>
            <a:xfrm>
              <a:off x="10050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7" name="Rounded Rectangle 1216"/>
            <p:cNvSpPr/>
            <p:nvPr/>
          </p:nvSpPr>
          <p:spPr>
            <a:xfrm>
              <a:off x="10021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8" name="Rectangle 1217"/>
            <p:cNvSpPr/>
            <p:nvPr/>
          </p:nvSpPr>
          <p:spPr>
            <a:xfrm>
              <a:off x="10029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9" name="Rectangle 1218"/>
            <p:cNvSpPr/>
            <p:nvPr/>
          </p:nvSpPr>
          <p:spPr>
            <a:xfrm>
              <a:off x="10095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0" name="Person243"/>
          <p:cNvGrpSpPr/>
          <p:nvPr/>
        </p:nvGrpSpPr>
        <p:grpSpPr>
          <a:xfrm>
            <a:off x="10212228" y="5410200"/>
            <a:ext cx="122872" cy="298989"/>
            <a:chOff x="10212228" y="5410200"/>
            <a:chExt cx="122872" cy="298989"/>
          </a:xfrm>
        </p:grpSpPr>
        <p:sp>
          <p:nvSpPr>
            <p:cNvPr id="1221" name="Oval 1220"/>
            <p:cNvSpPr/>
            <p:nvPr/>
          </p:nvSpPr>
          <p:spPr>
            <a:xfrm>
              <a:off x="10240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2" name="Rounded Rectangle 1221"/>
            <p:cNvSpPr/>
            <p:nvPr/>
          </p:nvSpPr>
          <p:spPr>
            <a:xfrm>
              <a:off x="10212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3" name="Rectangle 1222"/>
            <p:cNvSpPr/>
            <p:nvPr/>
          </p:nvSpPr>
          <p:spPr>
            <a:xfrm>
              <a:off x="10220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4" name="Rectangle 1223"/>
            <p:cNvSpPr/>
            <p:nvPr/>
          </p:nvSpPr>
          <p:spPr>
            <a:xfrm>
              <a:off x="10285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25" name="Person244"/>
          <p:cNvGrpSpPr/>
          <p:nvPr/>
        </p:nvGrpSpPr>
        <p:grpSpPr>
          <a:xfrm>
            <a:off x="10402728" y="5410200"/>
            <a:ext cx="122872" cy="298989"/>
            <a:chOff x="10402728" y="5410200"/>
            <a:chExt cx="122872" cy="298989"/>
          </a:xfrm>
        </p:grpSpPr>
        <p:sp>
          <p:nvSpPr>
            <p:cNvPr id="1226" name="Oval 1225"/>
            <p:cNvSpPr/>
            <p:nvPr/>
          </p:nvSpPr>
          <p:spPr>
            <a:xfrm>
              <a:off x="10431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7" name="Rounded Rectangle 1226"/>
            <p:cNvSpPr/>
            <p:nvPr/>
          </p:nvSpPr>
          <p:spPr>
            <a:xfrm>
              <a:off x="10402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8" name="Rectangle 1227"/>
            <p:cNvSpPr/>
            <p:nvPr/>
          </p:nvSpPr>
          <p:spPr>
            <a:xfrm>
              <a:off x="10410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9" name="Rectangle 1228"/>
            <p:cNvSpPr/>
            <p:nvPr/>
          </p:nvSpPr>
          <p:spPr>
            <a:xfrm>
              <a:off x="10476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0" name="Person245"/>
          <p:cNvGrpSpPr/>
          <p:nvPr/>
        </p:nvGrpSpPr>
        <p:grpSpPr>
          <a:xfrm>
            <a:off x="10593228" y="5410200"/>
            <a:ext cx="122872" cy="298989"/>
            <a:chOff x="10593228" y="5410200"/>
            <a:chExt cx="122872" cy="298989"/>
          </a:xfrm>
        </p:grpSpPr>
        <p:sp>
          <p:nvSpPr>
            <p:cNvPr id="1231" name="Oval 1230"/>
            <p:cNvSpPr/>
            <p:nvPr/>
          </p:nvSpPr>
          <p:spPr>
            <a:xfrm>
              <a:off x="10621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2" name="Rounded Rectangle 1231"/>
            <p:cNvSpPr/>
            <p:nvPr/>
          </p:nvSpPr>
          <p:spPr>
            <a:xfrm>
              <a:off x="10593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3" name="Rectangle 1232"/>
            <p:cNvSpPr/>
            <p:nvPr/>
          </p:nvSpPr>
          <p:spPr>
            <a:xfrm>
              <a:off x="10601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4" name="Rectangle 1233"/>
            <p:cNvSpPr/>
            <p:nvPr/>
          </p:nvSpPr>
          <p:spPr>
            <a:xfrm>
              <a:off x="10666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35" name="Person246"/>
          <p:cNvGrpSpPr/>
          <p:nvPr/>
        </p:nvGrpSpPr>
        <p:grpSpPr>
          <a:xfrm>
            <a:off x="10783728" y="5410200"/>
            <a:ext cx="122872" cy="298989"/>
            <a:chOff x="10783728" y="5410200"/>
            <a:chExt cx="122872" cy="298989"/>
          </a:xfrm>
        </p:grpSpPr>
        <p:sp>
          <p:nvSpPr>
            <p:cNvPr id="1236" name="Oval 1235"/>
            <p:cNvSpPr/>
            <p:nvPr/>
          </p:nvSpPr>
          <p:spPr>
            <a:xfrm>
              <a:off x="10812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7" name="Rounded Rectangle 1236"/>
            <p:cNvSpPr/>
            <p:nvPr/>
          </p:nvSpPr>
          <p:spPr>
            <a:xfrm>
              <a:off x="10783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8" name="Rectangle 1237"/>
            <p:cNvSpPr/>
            <p:nvPr/>
          </p:nvSpPr>
          <p:spPr>
            <a:xfrm>
              <a:off x="10791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9" name="Rectangle 1238"/>
            <p:cNvSpPr/>
            <p:nvPr/>
          </p:nvSpPr>
          <p:spPr>
            <a:xfrm>
              <a:off x="10857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0" name="Person247"/>
          <p:cNvGrpSpPr/>
          <p:nvPr/>
        </p:nvGrpSpPr>
        <p:grpSpPr>
          <a:xfrm>
            <a:off x="10974228" y="5410200"/>
            <a:ext cx="122872" cy="298989"/>
            <a:chOff x="10974228" y="5410200"/>
            <a:chExt cx="122872" cy="298989"/>
          </a:xfrm>
        </p:grpSpPr>
        <p:sp>
          <p:nvSpPr>
            <p:cNvPr id="1241" name="Oval 1240"/>
            <p:cNvSpPr/>
            <p:nvPr/>
          </p:nvSpPr>
          <p:spPr>
            <a:xfrm>
              <a:off x="11002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2" name="Rounded Rectangle 1241"/>
            <p:cNvSpPr/>
            <p:nvPr/>
          </p:nvSpPr>
          <p:spPr>
            <a:xfrm>
              <a:off x="10974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3" name="Rectangle 1242"/>
            <p:cNvSpPr/>
            <p:nvPr/>
          </p:nvSpPr>
          <p:spPr>
            <a:xfrm>
              <a:off x="10982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4" name="Rectangle 1243"/>
            <p:cNvSpPr/>
            <p:nvPr/>
          </p:nvSpPr>
          <p:spPr>
            <a:xfrm>
              <a:off x="11047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45" name="Person248"/>
          <p:cNvGrpSpPr/>
          <p:nvPr/>
        </p:nvGrpSpPr>
        <p:grpSpPr>
          <a:xfrm>
            <a:off x="11164728" y="5410200"/>
            <a:ext cx="122872" cy="298989"/>
            <a:chOff x="11164728" y="5410200"/>
            <a:chExt cx="122872" cy="298989"/>
          </a:xfrm>
        </p:grpSpPr>
        <p:sp>
          <p:nvSpPr>
            <p:cNvPr id="1246" name="Oval 1245"/>
            <p:cNvSpPr/>
            <p:nvPr/>
          </p:nvSpPr>
          <p:spPr>
            <a:xfrm>
              <a:off x="111933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7" name="Rounded Rectangle 1246"/>
            <p:cNvSpPr/>
            <p:nvPr/>
          </p:nvSpPr>
          <p:spPr>
            <a:xfrm>
              <a:off x="111647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8" name="Rectangle 1247"/>
            <p:cNvSpPr/>
            <p:nvPr/>
          </p:nvSpPr>
          <p:spPr>
            <a:xfrm>
              <a:off x="111729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9" name="Rectangle 1248"/>
            <p:cNvSpPr/>
            <p:nvPr/>
          </p:nvSpPr>
          <p:spPr>
            <a:xfrm>
              <a:off x="112384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250" name="Person249"/>
          <p:cNvGrpSpPr/>
          <p:nvPr/>
        </p:nvGrpSpPr>
        <p:grpSpPr>
          <a:xfrm>
            <a:off x="11355228" y="5410200"/>
            <a:ext cx="122872" cy="298989"/>
            <a:chOff x="11355228" y="5410200"/>
            <a:chExt cx="122872" cy="298989"/>
          </a:xfrm>
        </p:grpSpPr>
        <p:sp>
          <p:nvSpPr>
            <p:cNvPr id="1251" name="Oval 1250"/>
            <p:cNvSpPr/>
            <p:nvPr/>
          </p:nvSpPr>
          <p:spPr>
            <a:xfrm>
              <a:off x="11383899" y="5410200"/>
              <a:ext cx="65532" cy="65532"/>
            </a:xfrm>
            <a:prstGeom prst="ellipse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2" name="Rounded Rectangle 1251"/>
            <p:cNvSpPr/>
            <p:nvPr/>
          </p:nvSpPr>
          <p:spPr>
            <a:xfrm>
              <a:off x="11355228" y="5496210"/>
              <a:ext cx="122872" cy="118776"/>
            </a:xfrm>
            <a:prstGeom prst="round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3" name="Rectangle 1252"/>
            <p:cNvSpPr/>
            <p:nvPr/>
          </p:nvSpPr>
          <p:spPr>
            <a:xfrm>
              <a:off x="11363420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4" name="Rectangle 1253"/>
            <p:cNvSpPr/>
            <p:nvPr/>
          </p:nvSpPr>
          <p:spPr>
            <a:xfrm>
              <a:off x="11428952" y="5590413"/>
              <a:ext cx="40957" cy="118776"/>
            </a:xfrm>
            <a:prstGeom prst="rect">
              <a:avLst/>
            </a:prstGeom>
            <a:solidFill>
              <a:srgbClr val="FFCD0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1255" name="Text_254"/>
          <p:cNvSpPr txBox="1"/>
          <p:nvPr/>
        </p:nvSpPr>
        <p:spPr>
          <a:xfrm>
            <a:off x="7115175" y="5972175"/>
            <a:ext cx="4333875" cy="285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FFCD00"/>
                </a:solidFill>
                <a:latin typeface="Arial"/>
              </a:defRPr>
            </a:pPr>
            <a:r>
              <a:t>250 силуэтов · один силуэт — один человек</a:t>
            </a:r>
          </a:p>
        </p:txBody>
      </p:sp>
      <p:sp>
        <p:nvSpPr>
          <p:cNvPr id="125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ПОТЕНЦИАЛЬНАЯ АУДИТОРИЯ</a:t>
            </a:r>
          </a:p>
        </p:txBody>
      </p:sp>
      <p:sp>
        <p:nvSpPr>
          <p:cNvPr id="125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25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8585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750" b="1">
                <a:solidFill>
                  <a:srgbClr val="FFFFFF"/>
                </a:solidFill>
                <a:latin typeface="Arial"/>
              </a:defRPr>
            </a:pPr>
            <a:r>
              <a:t>Пользу проверяем в работе.</a:t>
            </a:r>
          </a:p>
        </p:txBody>
      </p:sp>
      <p:sp>
        <p:nvSpPr>
          <p:cNvPr id="3" name="Text_2"/>
          <p:cNvSpPr txBox="1"/>
          <p:nvPr/>
        </p:nvSpPr>
        <p:spPr>
          <a:xfrm>
            <a:off x="762000" y="328612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Время</a:t>
            </a:r>
          </a:p>
        </p:txBody>
      </p:sp>
      <p:sp>
        <p:nvSpPr>
          <p:cNvPr id="4" name="Text_3"/>
          <p:cNvSpPr txBox="1"/>
          <p:nvPr/>
        </p:nvSpPr>
        <p:spPr>
          <a:xfrm>
            <a:off x="762000" y="4286250"/>
            <a:ext cx="3333750" cy="1285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Сопоставимые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типовые операции.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4476750" y="328612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Корректность</a:t>
            </a:r>
          </a:p>
        </p:txBody>
      </p:sp>
      <p:sp>
        <p:nvSpPr>
          <p:cNvPr id="6" name="Text_5"/>
          <p:cNvSpPr txBox="1"/>
          <p:nvPr/>
        </p:nvSpPr>
        <p:spPr>
          <a:xfrm>
            <a:off x="4476750" y="4286250"/>
            <a:ext cx="3333750" cy="1285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Расчёт и порядок действий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в учебном сценарии.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8191500" y="3286125"/>
            <a:ext cx="3333750" cy="619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625" b="1">
                <a:solidFill>
                  <a:srgbClr val="FFCD00"/>
                </a:solidFill>
                <a:latin typeface="Arial"/>
              </a:defRPr>
            </a:pPr>
            <a:r>
              <a:t>Доступность</a:t>
            </a:r>
          </a:p>
        </p:txBody>
      </p:sp>
      <p:sp>
        <p:nvSpPr>
          <p:cNvPr id="8" name="Text_7"/>
          <p:cNvSpPr txBox="1"/>
          <p:nvPr/>
        </p:nvSpPr>
        <p:spPr>
          <a:xfrm>
            <a:off x="8191500" y="4286250"/>
            <a:ext cx="3333750" cy="1285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Нужный материал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на месте работы.</a:t>
            </a:r>
          </a:p>
        </p:txBody>
      </p:sp>
      <p:sp>
        <p:nvSpPr>
          <p:cNvPr id="9" name="Text_8"/>
          <p:cNvSpPr txBox="1"/>
          <p:nvPr/>
        </p:nvSpPr>
        <p:spPr>
          <a:xfrm>
            <a:off x="762000" y="5886450"/>
            <a:ext cx="10668000" cy="3333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575" b="0">
                <a:solidFill>
                  <a:srgbClr val="B7B7B7"/>
                </a:solidFill>
                <a:latin typeface="Arial"/>
              </a:defRPr>
            </a:pPr>
            <a:r>
              <a:t>Денежный эффект — по данным пилота, без вымышленных сумм.</a:t>
            </a:r>
          </a:p>
        </p:txBody>
      </p:sp>
      <p:sp>
        <p:nvSpPr>
          <p:cNvPr id="10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ПРОВЕРКА ЭФФЕКТА</a:t>
            </a:r>
          </a:p>
        </p:txBody>
      </p:sp>
      <p:sp>
        <p:nvSpPr>
          <p:cNvPr id="12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3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66800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FFFF"/>
                </a:solidFill>
                <a:latin typeface="Arial"/>
              </a:defRPr>
            </a:pPr>
            <a:r>
              <a:t>Предложение: пилот.</a:t>
            </a:r>
          </a:p>
        </p:txBody>
      </p:sp>
      <p:sp>
        <p:nvSpPr>
          <p:cNvPr id="3" name="!!Subtitle"/>
          <p:cNvSpPr txBox="1"/>
          <p:nvPr/>
        </p:nvSpPr>
        <p:spPr>
          <a:xfrm>
            <a:off x="723900" y="2905125"/>
            <a:ext cx="10668000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Проверить содержание. Оценить применение.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B7B7B7"/>
                </a:solidFill>
                <a:latin typeface="Arial"/>
              </a:defRPr>
            </a:pPr>
            <a:r>
              <a:t>Принять решение по результатам.</a:t>
            </a:r>
          </a:p>
        </p:txBody>
      </p:sp>
      <p:sp>
        <p:nvSpPr>
          <p:cNvPr id="4" name="!!PilotLine"/>
          <p:cNvSpPr/>
          <p:nvPr/>
        </p:nvSpPr>
        <p:spPr>
          <a:xfrm>
            <a:off x="809625" y="4667250"/>
            <a:ext cx="10287000" cy="285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Block_4"/>
          <p:cNvSpPr/>
          <p:nvPr/>
        </p:nvSpPr>
        <p:spPr>
          <a:xfrm>
            <a:off x="80962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_5"/>
          <p:cNvSpPr txBox="1"/>
          <p:nvPr/>
        </p:nvSpPr>
        <p:spPr>
          <a:xfrm>
            <a:off x="80962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Проверка</a:t>
            </a:r>
          </a:p>
        </p:txBody>
      </p:sp>
      <p:sp>
        <p:nvSpPr>
          <p:cNvPr id="7" name="Text_6"/>
          <p:cNvSpPr txBox="1"/>
          <p:nvPr/>
        </p:nvSpPr>
        <p:spPr>
          <a:xfrm>
            <a:off x="80962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Профильные специалисты</a:t>
            </a:r>
          </a:p>
        </p:txBody>
      </p:sp>
      <p:sp>
        <p:nvSpPr>
          <p:cNvPr id="8" name="Block_7"/>
          <p:cNvSpPr/>
          <p:nvPr/>
        </p:nvSpPr>
        <p:spPr>
          <a:xfrm>
            <a:off x="357187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_8"/>
          <p:cNvSpPr txBox="1"/>
          <p:nvPr/>
        </p:nvSpPr>
        <p:spPr>
          <a:xfrm>
            <a:off x="357187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Пилот</a:t>
            </a:r>
          </a:p>
        </p:txBody>
      </p:sp>
      <p:sp>
        <p:nvSpPr>
          <p:cNvPr id="10" name="Text_9"/>
          <p:cNvSpPr txBox="1"/>
          <p:nvPr/>
        </p:nvSpPr>
        <p:spPr>
          <a:xfrm>
            <a:off x="357187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Ограниченная группа</a:t>
            </a:r>
          </a:p>
        </p:txBody>
      </p:sp>
      <p:sp>
        <p:nvSpPr>
          <p:cNvPr id="11" name="Block_10"/>
          <p:cNvSpPr/>
          <p:nvPr/>
        </p:nvSpPr>
        <p:spPr>
          <a:xfrm>
            <a:off x="633412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_11"/>
          <p:cNvSpPr txBox="1"/>
          <p:nvPr/>
        </p:nvSpPr>
        <p:spPr>
          <a:xfrm>
            <a:off x="633412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Измерения</a:t>
            </a:r>
          </a:p>
        </p:txBody>
      </p:sp>
      <p:sp>
        <p:nvSpPr>
          <p:cNvPr id="13" name="Text_12"/>
          <p:cNvSpPr txBox="1"/>
          <p:nvPr/>
        </p:nvSpPr>
        <p:spPr>
          <a:xfrm>
            <a:off x="633412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Единые показатели</a:t>
            </a:r>
          </a:p>
        </p:txBody>
      </p:sp>
      <p:sp>
        <p:nvSpPr>
          <p:cNvPr id="14" name="Block_13"/>
          <p:cNvSpPr/>
          <p:nvPr/>
        </p:nvSpPr>
        <p:spPr>
          <a:xfrm>
            <a:off x="9096375" y="4600575"/>
            <a:ext cx="142875" cy="142875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_14"/>
          <p:cNvSpPr txBox="1"/>
          <p:nvPr/>
        </p:nvSpPr>
        <p:spPr>
          <a:xfrm>
            <a:off x="9096375" y="5048250"/>
            <a:ext cx="2571750" cy="52387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325" b="1">
                <a:solidFill>
                  <a:srgbClr val="FFFFFF"/>
                </a:solidFill>
                <a:latin typeface="Arial"/>
              </a:defRPr>
            </a:pPr>
            <a:r>
              <a:t>Решение</a:t>
            </a:r>
          </a:p>
        </p:txBody>
      </p:sp>
      <p:sp>
        <p:nvSpPr>
          <p:cNvPr id="16" name="Text_15"/>
          <p:cNvSpPr txBox="1"/>
          <p:nvPr/>
        </p:nvSpPr>
        <p:spPr>
          <a:xfrm>
            <a:off x="9096375" y="5667375"/>
            <a:ext cx="2571750" cy="4286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Подтверждённый эффект</a:t>
            </a:r>
          </a:p>
        </p:txBody>
      </p:sp>
      <p:sp>
        <p:nvSpPr>
          <p:cNvPr id="17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ПРЕДЛОЖЕНИЕ</a:t>
            </a:r>
          </a:p>
        </p:txBody>
      </p:sp>
      <p:sp>
        <p:nvSpPr>
          <p:cNvPr id="19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20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20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!!OilfieldImage" descr="im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!!ProductTitle"/>
          <p:cNvSpPr txBox="1"/>
          <p:nvPr/>
        </p:nvSpPr>
        <p:spPr>
          <a:xfrm>
            <a:off x="685800" y="1476375"/>
            <a:ext cx="9048750" cy="9048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5250" b="1">
                <a:solidFill>
                  <a:srgbClr val="FFFFFF"/>
                </a:solidFill>
                <a:latin typeface="Arial"/>
              </a:defRPr>
            </a:pPr>
            <a:r>
              <a:t>ОПЕРАТОР ДНГ</a:t>
            </a:r>
          </a:p>
        </p:txBody>
      </p:sp>
      <p:sp>
        <p:nvSpPr>
          <p:cNvPr id="4" name="!!ProductSubtitle"/>
          <p:cNvSpPr txBox="1"/>
          <p:nvPr/>
        </p:nvSpPr>
        <p:spPr>
          <a:xfrm>
            <a:off x="733425" y="3000375"/>
            <a:ext cx="8096249" cy="15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Расчёты. Пояснения.</a:t>
            </a:r>
          </a:p>
          <a:p>
            <a:pPr>
              <a:lnSpc>
                <a:spcPct val="104000"/>
              </a:lnSpc>
              <a:spcAft>
                <a:spcPts val="700"/>
              </a:spcAft>
              <a:defRPr sz="4050" b="1">
                <a:solidFill>
                  <a:srgbClr val="FFCD00"/>
                </a:solidFill>
                <a:latin typeface="Arial"/>
              </a:defRPr>
            </a:pPr>
            <a:r>
              <a:t>Рабочие инструкции.</a:t>
            </a:r>
          </a:p>
        </p:txBody>
      </p:sp>
      <p:sp>
        <p:nvSpPr>
          <p:cNvPr id="5" name="Text_4"/>
          <p:cNvSpPr txBox="1"/>
          <p:nvPr/>
        </p:nvSpPr>
        <p:spPr>
          <a:xfrm>
            <a:off x="762000" y="5238750"/>
            <a:ext cx="8572500" cy="6667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175" b="0">
                <a:solidFill>
                  <a:srgbClr val="FFFFFF"/>
                </a:solidFill>
                <a:latin typeface="Arial"/>
              </a:defRPr>
            </a:pPr>
            <a:r>
              <a:t>Предложение: профильная проверка и пилот.</a:t>
            </a:r>
          </a:p>
        </p:txBody>
      </p:sp>
      <p:sp>
        <p:nvSpPr>
          <p:cNvPr id="6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ОПЕРАТОР ДНГ</a:t>
            </a:r>
          </a:p>
        </p:txBody>
      </p:sp>
      <p:sp>
        <p:nvSpPr>
          <p:cNvPr id="8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9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21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 xmlns:p14="http://schemas.microsoft.com/office/powerpoint/2010/main">
    <mc:Choice Requires="p159">
      <p:transition advClick="1" spd="slow" p14:dur="1400">
        <p159:morph option="byObject"/>
      </p:transition>
    </mc:Choice>
    <mc:Fallback>
      <p:transition advClick="1" spd="slow">
        <p:push dir="l"/>
      </p:transition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Headline"/>
          <p:cNvSpPr txBox="1"/>
          <p:nvPr/>
        </p:nvSpPr>
        <p:spPr>
          <a:xfrm>
            <a:off x="685800" y="1476375"/>
            <a:ext cx="10763250" cy="1619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3975" b="1">
                <a:solidFill>
                  <a:srgbClr val="FFFFFF"/>
                </a:solidFill>
                <a:latin typeface="Arial"/>
              </a:defRPr>
            </a:pPr>
            <a:r>
              <a:t>Примеры расчётов</a:t>
            </a:r>
          </a:p>
        </p:txBody>
      </p:sp>
      <p:sp>
        <p:nvSpPr>
          <p:cNvPr id="3" name="Block_2"/>
          <p:cNvSpPr/>
          <p:nvPr/>
        </p:nvSpPr>
        <p:spPr>
          <a:xfrm>
            <a:off x="723900" y="330517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w0"/>
          <p:cNvSpPr txBox="1"/>
          <p:nvPr/>
        </p:nvSpPr>
        <p:spPr>
          <a:xfrm>
            <a:off x="933449" y="323850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60 мин → 24 м³/сут</a:t>
            </a:r>
          </a:p>
        </p:txBody>
      </p:sp>
      <p:sp>
        <p:nvSpPr>
          <p:cNvPr id="5" name="Block_4"/>
          <p:cNvSpPr/>
          <p:nvPr/>
        </p:nvSpPr>
        <p:spPr>
          <a:xfrm>
            <a:off x="723900" y="394335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w1"/>
          <p:cNvSpPr txBox="1"/>
          <p:nvPr/>
        </p:nvSpPr>
        <p:spPr>
          <a:xfrm>
            <a:off x="933449" y="3876674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1000 л / 12 часов → 2 м³/сут</a:t>
            </a:r>
          </a:p>
        </p:txBody>
      </p:sp>
      <p:sp>
        <p:nvSpPr>
          <p:cNvPr id="7" name="Block_6"/>
          <p:cNvSpPr/>
          <p:nvPr/>
        </p:nvSpPr>
        <p:spPr>
          <a:xfrm>
            <a:off x="723900" y="4581525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w2"/>
          <p:cNvSpPr txBox="1"/>
          <p:nvPr/>
        </p:nvSpPr>
        <p:spPr>
          <a:xfrm>
            <a:off x="933449" y="4514850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Токи примера: номинальный 20 А; рабочий 16,2 А</a:t>
            </a:r>
          </a:p>
        </p:txBody>
      </p:sp>
      <p:sp>
        <p:nvSpPr>
          <p:cNvPr id="9" name="Block_8"/>
          <p:cNvSpPr/>
          <p:nvPr/>
        </p:nvSpPr>
        <p:spPr>
          <a:xfrm>
            <a:off x="723900" y="5219700"/>
            <a:ext cx="38100" cy="2286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w3"/>
          <p:cNvSpPr txBox="1"/>
          <p:nvPr/>
        </p:nvSpPr>
        <p:spPr>
          <a:xfrm>
            <a:off x="933449" y="5153025"/>
            <a:ext cx="10572750" cy="4762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2025" b="0">
                <a:solidFill>
                  <a:srgbClr val="FFFFFF"/>
                </a:solidFill>
                <a:latin typeface="Arial"/>
              </a:defRPr>
            </a:pPr>
            <a:r>
              <a:t>50 × (16,2 / 20)² = 32,805 → 32,8 м³/сут</a:t>
            </a:r>
          </a:p>
        </p:txBody>
      </p:sp>
      <p:sp>
        <p:nvSpPr>
          <p:cNvPr id="11" name="Text_10"/>
          <p:cNvSpPr txBox="1"/>
          <p:nvPr/>
        </p:nvSpPr>
        <p:spPr>
          <a:xfrm>
            <a:off x="781050" y="6048375"/>
            <a:ext cx="10668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350" b="0">
                <a:solidFill>
                  <a:srgbClr val="B7B7B7"/>
                </a:solidFill>
                <a:latin typeface="Arial"/>
              </a:defRPr>
            </a:pPr>
            <a:r>
              <a:t>Демонстрационные примеры, не рекомендации уставок оборудования.</a:t>
            </a:r>
          </a:p>
        </p:txBody>
      </p:sp>
      <p:sp>
        <p:nvSpPr>
          <p:cNvPr id="12" name="!!Rule"/>
          <p:cNvSpPr/>
          <p:nvPr/>
        </p:nvSpPr>
        <p:spPr>
          <a:xfrm>
            <a:off x="666750" y="590550"/>
            <a:ext cx="10858500" cy="38100"/>
          </a:xfrm>
          <a:prstGeom prst="rect">
            <a:avLst/>
          </a:prstGeom>
          <a:solidFill>
            <a:srgbClr val="FFCD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!!Section"/>
          <p:cNvSpPr txBox="1"/>
          <p:nvPr/>
        </p:nvSpPr>
        <p:spPr>
          <a:xfrm>
            <a:off x="685800" y="828675"/>
            <a:ext cx="10287000" cy="2667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ОПЕРАТОР ДНГ / ПРИМЕРЫ / ЗАПАСНОЙ</a:t>
            </a:r>
          </a:p>
        </p:txBody>
      </p:sp>
      <p:sp>
        <p:nvSpPr>
          <p:cNvPr id="14" name="!!Footer"/>
          <p:cNvSpPr txBox="1"/>
          <p:nvPr/>
        </p:nvSpPr>
        <p:spPr>
          <a:xfrm>
            <a:off x="685800" y="6381750"/>
            <a:ext cx="10096500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ООО «РН-Юганскнефтегаз» · проект для обсуждения</a:t>
            </a:r>
          </a:p>
        </p:txBody>
      </p:sp>
      <p:sp>
        <p:nvSpPr>
          <p:cNvPr id="15" name="SlideNumber"/>
          <p:cNvSpPr txBox="1"/>
          <p:nvPr/>
        </p:nvSpPr>
        <p:spPr>
          <a:xfrm>
            <a:off x="11096625" y="6381750"/>
            <a:ext cx="523874" cy="2381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4000"/>
              </a:lnSpc>
              <a:spcAft>
                <a:spcPts val="700"/>
              </a:spcAft>
              <a:defRPr sz="975" b="0">
                <a:solidFill>
                  <a:srgbClr val="FFFFFF"/>
                </a:solidFill>
                <a:latin typeface="Arial"/>
              </a:defRPr>
            </a:pPr>
            <a:r>
              <a:t>22</a:t>
            </a:r>
          </a:p>
        </p:txBody>
      </p:sp>
    </p:spTree>
  </p:cSld>
  <p:clrMapOvr>
    <a:masterClrMapping/>
  </p:clrMapOvr>
  <p:transition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Оператор ДНГ — вступление по образцу Марса</dc:title>
  <dc:subject>Согласованные задачи, реальные расчёты, пошаговые инструкции и практическая польза</dc:subject>
  <dc:creator>Якупов Муса Ильдарович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