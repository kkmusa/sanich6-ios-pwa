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6" r:id="rId2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4" r:id="rId26"/>
    <p:sldId id="275" r:id="rId27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3.xml"/><Relationship Id="rId29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Встроенный ролик: название раскрывается слева направо, камера приближается сквозь букву, открывая иллюстрацию промысла. 9 секунд, без звука. Запуск настроен автоматически; при необходимости нажмите на изображение. После окончания перейдите на следующий слайд обычным щелчком или стрелкой вправо. Ролик находится внутри PPTX, интернет и отдельный MP4 для показа не нужны. В Microsoft PowerPoint воспроизведение в этой среде не проверялось. Иллюстрация промысла создана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повторяет финальный кадр встроенного вступления. Переход отключён, повторного появления названия нет. Далее — представление автора. Внешний вид стыка в Microsoft PowerPoint требует проверки на компьютере выступления.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Цели сформулированы автором проекта. Минимизация риска — цель, а не доказанная гарантия предотвращения отказов оборудования. Тёплое цветное изображение промысла создано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Согласованные четыре задачи сохраняются дословно. Дизайн заменён на четыре визуальные карточки с полными экранами приложения без кадрирования.</a:t>
            </a:r>
          </a:p>
          <a:p>
            <a:r>
              <a:t>1. Объединить рабочие инструменты — собрать расчёты, инструкции и справочные материалы в одном приложении.</a:t>
            </a:r>
          </a:p>
          <a:p>
            <a:r>
              <a:t>2. Упростить ежедневные расчёты и замеры — автоматизировать вычисления, отсчёт времени и сохранение результатов.</a:t>
            </a:r>
          </a:p>
          <a:p>
            <a:r>
              <a:t>3. Помочь соблюдать последовательность действий — предоставить инструкции и фотографии для конкретных моделей станций управления.</a:t>
            </a:r>
          </a:p>
          <a:p>
            <a:r>
              <a:t>4. Обеспечить быстрый доступ к информации на промысле — реализовать поиск, закладки и работу предварительно загруженных материалов без интернета.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приложение целиком. Четыре карточки — разные рабочие ситуации, а не весь перечень функций. На карточки можно нажать для открытия раздела. Для последовательного выступления достаточно листать дальше.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 настоящий экран PWA: 1000 литров за 60 минут, результат 24 м³/сут. Формула 1,44 × 1000 / 60 = 24. Результат находится внутри общего окна приложения. Отдельный старый слайд «144» удалён. По опыту автора бывают дни с 7–9 замерами, это не средняя нагрузка всех пользователей. Можно запустить секундомер и вернуться к текущему замеру; корректные результаты сохраняются автоматически.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 же окно меняет содержимое на длительный интервал. Скриншоты двух фрагментов одного состояния PWA: 18.10.2026 19:30 до 19.10.2026 07:30 — 12 часов, 1000 литров → 2 м³/сут. Даты примера иллюстративны. Внутри окна сохранены реальные элементы выбора и реальный результат приложения. Можно задавать разные даты, в том числе переход через полночь.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Реальная запись базы: ПЭД16-М,М1, ОАО «БЭНЗ», диаметр 103 мм, 16 кВт, ЭК 168 мм, стенка 12,1 мм; номинальный приток 50 м³/сут. Введённые токи 20 А и 16,2 А — демонстрационные, не паспортные значения этого двигателя. По исходной формуле Q=Qном×(Iраб/Iном)² получено 32,805 м³/сут; приложение отображает 32.8 м³/сут. Это иллюстрация вычисления, не рекомендация для реальной скважины.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разгона использован Эталон ЧР. Три первых шага из шести в исходном проекте: «Параметры ЧРП», «Прогр. изм F», «Частоты». Фото и названия взяты из operator-data.js и соответствующих исходных изображений. Значения, видимые на архивных фотографиях, не являются рекомендуемыми уставками. Рассказать, как приложение показывает дальнейшие шаги с параметрами по заданию; не применять неполный фрагмент как законченную инструкцию.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РИЧ использован Борец КАСКАД-НТ. Первые три шага из восьми: «Вход в меню», «Уставки», «Уставки I». Подписи и фотографии соответствуют именно этой модели. Далее приложение содержит остальные шаги. Не смешивать с инструкцией разгона Эталон. Архивные значения на фото не являются рекомендацией.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акцент — карманный регламент. По сравнению с перелистыванием бумажного носителя приложение даёт поиск по слову, переходы по ссылкам и сохранённые закладки на устройстве. Подготовленные материалы доступны без сети. Имеется 207 страниц доступного документа, но число страниц не главный аргумент. Актуальность редакции и правила обращения с документом проверяются перед официальным внедрением. Наличие офлайн-копии не означает автоматическое обновление документа.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Показаны шесть реальных экранов инструментов: уровень, частота запуска, приток, потенциал, РПД и отпайка. Дополнительно перечислены коэффициент двигателя 2А, температура ТМС, СКО, УПР/АПВ. Это видимый каталог, а не утверждение о полноте нормативных материалов. Электронный уровень не демонстрируется.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— расчёты вместе со справочником и пояснениями. Вопросительный знак открывает описание расчёта, формулы, обозначения и замечания, перенесённые из Android. Показан настоящий экран этой функции. Человек видит, какие значения вводить и как понимать формулу; станционные инструкции дополнены фотографиями. Это помощь оператору и наставнику, не замена действующей инструкции.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Разгон: расчёт темпа и шагов для конкретной станции управления. РИЧ: последовательность действий и фотографии. Приток: оценка требуемого охлаждения. Примеры показывают возможные риски; приложение не управляет станцией и не гарантирует отсутствие отказов. Иллюстрация промысла создана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Документальная основа, по сведениям автора: регламент ВНР и «Инструкции по промышленной безопасности и охране труда для работников структурных подразделений ООО „РН-Юганскнефтегаз“». Документы использованы при подготовке формул, примеров и справочных материалов. Полнота интеграции всех пяти томов, актуальность редакций и право корпоративного распространения здесь не подтверждаются. Android как технический источник миграции больше не вынесен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Оценка автора: три календарных месяца; прямые денежные расходы минимальны; основной ресурс — время. Десятки часов с документальной базой, сотни часов архитектуры, дни тестирования — сведения автора, не независимый хронометраж. Изображение рабочего места создано ИИ, это не фотография фактического рабочего места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— потенциальная аудитория проекта, не подтверждённое число действующих пользователей. В аудиторию входят не только операторы ДНГ, но и технологи, электромонтёры и другие специалисты. Условная композиция из 250 силуэтов сохранена без поясняющей подписи. Фон — созданная ИИ цветная иллюстрация.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Предложение автора: официально связать проект с Обществом и выпустить следующее обновление от имени ООО «РН-Юганскнефтегаз». Для этого запрашивается официальный документ с подписью уполномоченного лица и печатью, если предусмотрена порядком компании. Полномочия на логотип и материалы должны быть согласованы отдельно; разрешение ещё не получено. На слайде не заявлено уже существующее корпоративное одобрение.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Закончить конкретным предложением: согласовать профильную проверку и ограниченный пилот. Дать аудитории время на вопросы. Не представлять приложение как уже утверждённое корпоративное решение.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Якупов Муса Ильдарович. Оператор добычи нефти и газа. ООО «РН-Юганскнефтегаз», ЦДНГ-12. Портрет обработан ИИ по фотографиям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Проверены примеры новой редакции: 1000 л за 60 минут → 24 м³/сут; 1000 л за 12 часов → 2 м³/сут; 50×(16,2/20)²=32,805, отображается 32.8 м³/сут. Численные функции PWA не менялись ради презентации. Реальный iPhone и воспроизведение в Microsoft PowerPoint здесь не проверены.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2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slide" Target="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Relationship Id="rId5" Type="http://schemas.openxmlformats.org/officeDocument/2006/relationships/slide" Target="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Relationship Id="rId5" Type="http://schemas.openxmlformats.org/officeDocument/2006/relationships/slide" Target="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Relationship Id="rId6" Type="http://schemas.openxmlformats.org/officeDocument/2006/relationships/slide" Target="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10.xml"/><Relationship Id="rId6" Type="http://schemas.openxmlformats.org/officeDocument/2006/relationships/slide" Target="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slide" Target="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12.xml"/><Relationship Id="rId9" Type="http://schemas.openxmlformats.org/officeDocument/2006/relationships/slide" Target="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Relationship Id="rId4" Type="http://schemas.openxmlformats.org/officeDocument/2006/relationships/slide" Target="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OperatorDNG_Mars_Opening_Embedded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ntroFinalFrame" descr="intro-final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advClick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AuthorPortrait" descr="author-portrai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AuthorName"/>
          <p:cNvSpPr txBox="1"/>
          <p:nvPr/>
        </p:nvSpPr>
        <p:spPr>
          <a:xfrm>
            <a:off x="723900" y="1695450"/>
            <a:ext cx="619125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Якупов Муса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Ильдарович</a:t>
            </a:r>
          </a:p>
        </p:txBody>
      </p:sp>
      <p:sp>
        <p:nvSpPr>
          <p:cNvPr id="4" name="AuthorAccent"/>
          <p:cNvSpPr/>
          <p:nvPr/>
        </p:nvSpPr>
        <p:spPr>
          <a:xfrm>
            <a:off x="762000" y="3409950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uthorRole"/>
          <p:cNvSpPr txBox="1"/>
          <p:nvPr/>
        </p:nvSpPr>
        <p:spPr>
          <a:xfrm>
            <a:off x="762000" y="3819524"/>
            <a:ext cx="595312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Оператор добычи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нефти и газа</a:t>
            </a:r>
          </a:p>
        </p:txBody>
      </p:sp>
      <p:sp>
        <p:nvSpPr>
          <p:cNvPr id="6" name="AuthorOrganization"/>
          <p:cNvSpPr txBox="1"/>
          <p:nvPr/>
        </p:nvSpPr>
        <p:spPr>
          <a:xfrm>
            <a:off x="762000" y="5219700"/>
            <a:ext cx="59531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ООО «РН-Юганскнефтегаз»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ЦДНГ-12</a:t>
            </a:r>
          </a:p>
        </p:txBody>
      </p:sp>
      <p:sp>
        <p:nvSpPr>
          <p:cNvPr id="7" name="!!Rule"/>
          <p:cNvSpPr/>
          <p:nvPr/>
        </p:nvSpPr>
        <p:spPr>
          <a:xfrm>
            <a:off x="666750" y="590550"/>
            <a:ext cx="5143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АВТОР ПРОЕКТА</a:t>
            </a:r>
          </a:p>
        </p:txBody>
      </p:sp>
      <p:sp>
        <p:nvSpPr>
          <p:cNvPr id="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WarmOilfieldIllustration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ЦЕЛИ ПРОЕКТА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685800" y="1476375"/>
            <a:ext cx="952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Цели проекта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42950" y="271462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1381125" y="271462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Упростить доступ работников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к расчётам и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материалам.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742950" y="3952875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1381125" y="3952875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Минимизировать риск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поломки УЭЦН.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742950" y="4953000"/>
            <a:ext cx="42862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1381125" y="4953000"/>
            <a:ext cx="7381874" cy="1095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Способствовать развитию интереса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работников к теоретическим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FFFF"/>
                </a:solidFill>
                <a:latin typeface="Arial"/>
              </a:defRPr>
            </a:pPr>
            <a:r>
              <a:t>аспектам деятельности.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75" b="1">
                <a:solidFill>
                  <a:srgbClr val="FFFFFF"/>
                </a:solidFill>
                <a:latin typeface="Arial"/>
              </a:defRPr>
            </a:pPr>
            <a:r>
              <a:t>Задачи проекта</a:t>
            </a:r>
          </a:p>
        </p:txBody>
      </p:sp>
      <p:sp>
        <p:nvSpPr>
          <p:cNvPr id="3" name="!!TaskNumber0"/>
          <p:cNvSpPr txBox="1"/>
          <p:nvPr/>
        </p:nvSpPr>
        <p:spPr>
          <a:xfrm>
            <a:off x="72390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askRule0"/>
          <p:cNvSpPr/>
          <p:nvPr/>
        </p:nvSpPr>
        <p:spPr>
          <a:xfrm>
            <a:off x="161925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TaskTitle0"/>
          <p:cNvSpPr txBox="1"/>
          <p:nvPr/>
        </p:nvSpPr>
        <p:spPr>
          <a:xfrm>
            <a:off x="1866899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Объединить рабочие инструменты</a:t>
            </a:r>
          </a:p>
        </p:txBody>
      </p:sp>
      <p:sp>
        <p:nvSpPr>
          <p:cNvPr id="6" name="TaskDescription0"/>
          <p:cNvSpPr txBox="1"/>
          <p:nvPr/>
        </p:nvSpPr>
        <p:spPr>
          <a:xfrm>
            <a:off x="1866899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собрать расчёты, инструкции и справочные материалы в одном приложении.</a:t>
            </a:r>
          </a:p>
        </p:txBody>
      </p:sp>
      <p:sp>
        <p:nvSpPr>
          <p:cNvPr id="7" name="!!TaskNumber1"/>
          <p:cNvSpPr txBox="1"/>
          <p:nvPr/>
        </p:nvSpPr>
        <p:spPr>
          <a:xfrm>
            <a:off x="634365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askRule1"/>
          <p:cNvSpPr/>
          <p:nvPr/>
        </p:nvSpPr>
        <p:spPr>
          <a:xfrm>
            <a:off x="723900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TaskTitle1"/>
          <p:cNvSpPr txBox="1"/>
          <p:nvPr/>
        </p:nvSpPr>
        <p:spPr>
          <a:xfrm>
            <a:off x="7486650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Упростить ежедневные расчёты и замеры</a:t>
            </a:r>
          </a:p>
        </p:txBody>
      </p:sp>
      <p:sp>
        <p:nvSpPr>
          <p:cNvPr id="10" name="TaskDescription1"/>
          <p:cNvSpPr txBox="1"/>
          <p:nvPr/>
        </p:nvSpPr>
        <p:spPr>
          <a:xfrm>
            <a:off x="7486650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автоматизировать вычисления, отсчёт времени и сохранение результатов.</a:t>
            </a:r>
          </a:p>
        </p:txBody>
      </p:sp>
      <p:sp>
        <p:nvSpPr>
          <p:cNvPr id="11" name="!!TaskNumber2"/>
          <p:cNvSpPr txBox="1"/>
          <p:nvPr/>
        </p:nvSpPr>
        <p:spPr>
          <a:xfrm>
            <a:off x="72390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askRule2"/>
          <p:cNvSpPr/>
          <p:nvPr/>
        </p:nvSpPr>
        <p:spPr>
          <a:xfrm>
            <a:off x="161925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TaskTitle2"/>
          <p:cNvSpPr txBox="1"/>
          <p:nvPr/>
        </p:nvSpPr>
        <p:spPr>
          <a:xfrm>
            <a:off x="1866899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Помочь соблюдать последовательность действий</a:t>
            </a:r>
          </a:p>
        </p:txBody>
      </p:sp>
      <p:sp>
        <p:nvSpPr>
          <p:cNvPr id="14" name="TaskDescription2"/>
          <p:cNvSpPr txBox="1"/>
          <p:nvPr/>
        </p:nvSpPr>
        <p:spPr>
          <a:xfrm>
            <a:off x="1866899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предоставить инструкции и фотографии для конкретных моделей станций управления.</a:t>
            </a:r>
          </a:p>
        </p:txBody>
      </p:sp>
      <p:sp>
        <p:nvSpPr>
          <p:cNvPr id="15" name="!!TaskNumber3"/>
          <p:cNvSpPr txBox="1"/>
          <p:nvPr/>
        </p:nvSpPr>
        <p:spPr>
          <a:xfrm>
            <a:off x="634365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askRule3"/>
          <p:cNvSpPr/>
          <p:nvPr/>
        </p:nvSpPr>
        <p:spPr>
          <a:xfrm>
            <a:off x="723900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TaskTitle3"/>
          <p:cNvSpPr txBox="1"/>
          <p:nvPr/>
        </p:nvSpPr>
        <p:spPr>
          <a:xfrm>
            <a:off x="7486650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Обеспечить быстрый доступ к информации на промысле</a:t>
            </a:r>
          </a:p>
        </p:txBody>
      </p:sp>
      <p:sp>
        <p:nvSpPr>
          <p:cNvPr id="18" name="TaskDescription3"/>
          <p:cNvSpPr txBox="1"/>
          <p:nvPr/>
        </p:nvSpPr>
        <p:spPr>
          <a:xfrm>
            <a:off x="7486650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реализовать поиск, закладки и работу предварительно загруженных материалов без интернета.</a:t>
            </a:r>
          </a:p>
        </p:txBody>
      </p:sp>
      <p:sp>
        <p:nvSpPr>
          <p:cNvPr id="19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ЗАДАЧИ</a:t>
            </a:r>
          </a:p>
        </p:txBody>
      </p:sp>
      <p:sp>
        <p:nvSpPr>
          <p:cNvPr id="21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2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Покажу на рабочих примерах.</a:t>
            </a:r>
          </a:p>
        </p:txBody>
      </p:sp>
      <p:sp>
        <p:nvSpPr>
          <p:cNvPr id="3" name="!!DemoWindow">
            <a:hlinkClick action="ppaction://hlinksldjump" r:id="rId7"/>
          </p:cNvPr>
          <p:cNvSpPr/>
          <p:nvPr/>
        </p:nvSpPr>
        <p:spPr>
          <a:xfrm>
            <a:off x="6667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HubLabel0">
            <a:hlinkClick action="ppaction://hlinksldjump" r:id="rId7"/>
          </p:cNvPr>
          <p:cNvSpPr txBox="1"/>
          <p:nvPr/>
        </p:nvSpPr>
        <p:spPr>
          <a:xfrm>
            <a:off x="8191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Ручной замер</a:t>
            </a:r>
          </a:p>
        </p:txBody>
      </p:sp>
      <p:pic>
        <p:nvPicPr>
          <p:cNvPr id="5" name="!!DemoContent" descr="manual-minutes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"/>
          <a:srcRect t="7000" b="31071"/>
          <a:stretch>
            <a:fillRect/>
          </a:stretch>
        </p:blipFill>
        <p:spPr>
          <a:xfrm>
            <a:off x="1028700" y="3381375"/>
            <a:ext cx="1847850" cy="2476500"/>
          </a:xfrm>
          <a:prstGeom prst="rect">
            <a:avLst/>
          </a:prstGeom>
        </p:spPr>
      </p:pic>
      <p:sp>
        <p:nvSpPr>
          <p:cNvPr id="6" name="HubCard1">
            <a:hlinkClick action="ppaction://hlinksldjump" r:id="rId8"/>
          </p:cNvPr>
          <p:cNvSpPr/>
          <p:nvPr/>
        </p:nvSpPr>
        <p:spPr>
          <a:xfrm>
            <a:off x="34290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ubLabel1">
            <a:hlinkClick action="ppaction://hlinksldjump" r:id="rId8"/>
          </p:cNvPr>
          <p:cNvSpPr txBox="1"/>
          <p:nvPr/>
        </p:nvSpPr>
        <p:spPr>
          <a:xfrm>
            <a:off x="35814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Охлаждение ПЭД</a:t>
            </a:r>
          </a:p>
        </p:txBody>
      </p:sp>
      <p:pic>
        <p:nvPicPr>
          <p:cNvPr id="8" name="HubImage1" descr="ped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rcRect t="7000" b="31071"/>
          <a:stretch>
            <a:fillRect/>
          </a:stretch>
        </p:blipFill>
        <p:spPr>
          <a:xfrm>
            <a:off x="3790949" y="3381375"/>
            <a:ext cx="1847850" cy="2476500"/>
          </a:xfrm>
          <a:prstGeom prst="rect">
            <a:avLst/>
          </a:prstGeom>
        </p:spPr>
      </p:pic>
      <p:sp>
        <p:nvSpPr>
          <p:cNvPr id="9" name="HubCard2">
            <a:hlinkClick action="ppaction://hlinksldjump" r:id="rId9"/>
          </p:cNvPr>
          <p:cNvSpPr/>
          <p:nvPr/>
        </p:nvSpPr>
        <p:spPr>
          <a:xfrm>
            <a:off x="61912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ubLabel2">
            <a:hlinkClick action="ppaction://hlinksldjump" r:id="rId9"/>
          </p:cNvPr>
          <p:cNvSpPr txBox="1"/>
          <p:nvPr/>
        </p:nvSpPr>
        <p:spPr>
          <a:xfrm>
            <a:off x="63436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Разгон и РИЧ</a:t>
            </a:r>
          </a:p>
        </p:txBody>
      </p:sp>
      <p:pic>
        <p:nvPicPr>
          <p:cNvPr id="11" name="HubImage2" descr="ramp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rcRect t="7000" b="31071"/>
          <a:stretch>
            <a:fillRect/>
          </a:stretch>
        </p:blipFill>
        <p:spPr>
          <a:xfrm>
            <a:off x="6553200" y="3381375"/>
            <a:ext cx="1847850" cy="2476500"/>
          </a:xfrm>
          <a:prstGeom prst="rect">
            <a:avLst/>
          </a:prstGeom>
        </p:spPr>
      </p:pic>
      <p:sp>
        <p:nvSpPr>
          <p:cNvPr id="12" name="HubCard3">
            <a:hlinkClick action="ppaction://hlinksldjump" r:id="rId10"/>
          </p:cNvPr>
          <p:cNvSpPr/>
          <p:nvPr/>
        </p:nvSpPr>
        <p:spPr>
          <a:xfrm>
            <a:off x="89535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ubLabel3">
            <a:hlinkClick action="ppaction://hlinksldjump" r:id="rId10"/>
          </p:cNvPr>
          <p:cNvSpPr txBox="1"/>
          <p:nvPr/>
        </p:nvSpPr>
        <p:spPr>
          <a:xfrm>
            <a:off x="91059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Карманный ВНР</a:t>
            </a:r>
          </a:p>
        </p:txBody>
      </p:sp>
      <p:pic>
        <p:nvPicPr>
          <p:cNvPr id="14" name="HubImage3" descr="vnr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rcRect t="7000" b="31071"/>
          <a:stretch>
            <a:fillRect/>
          </a:stretch>
        </p:blipFill>
        <p:spPr>
          <a:xfrm>
            <a:off x="9315450" y="3381375"/>
            <a:ext cx="1847850" cy="2476500"/>
          </a:xfrm>
          <a:prstGeom prst="rect">
            <a:avLst/>
          </a:prstGeom>
        </p:spPr>
      </p:pic>
      <p:sp>
        <p:nvSpPr>
          <p:cNvPr id="15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ПРИМЕРЫ</a:t>
            </a:r>
          </a:p>
        </p:txBody>
      </p:sp>
      <p:sp>
        <p:nvSpPr>
          <p:cNvPr id="17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8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007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Замер без ручного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пересчёта.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007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Время в минутах.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Ввёл объём — получил дебит.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686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619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Старт или заданное время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1435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0768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Набежавший объём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600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5340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Автоматическое сохранение</a:t>
            </a:r>
          </a:p>
        </p:txBody>
      </p:sp>
      <p:sp>
        <p:nvSpPr>
          <p:cNvPr id="10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2" name="!!DemoVolume"/>
          <p:cNvSpPr txBox="1"/>
          <p:nvPr/>
        </p:nvSpPr>
        <p:spPr>
          <a:xfrm>
            <a:off x="7305675" y="2238375"/>
            <a:ext cx="13620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1000 л</a:t>
            </a:r>
          </a:p>
        </p:txBody>
      </p:sp>
      <p:sp>
        <p:nvSpPr>
          <p:cNvPr id="13" name="!!DemoTime"/>
          <p:cNvSpPr txBox="1"/>
          <p:nvPr/>
        </p:nvSpPr>
        <p:spPr>
          <a:xfrm>
            <a:off x="7315200" y="3190875"/>
            <a:ext cx="1362075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60 мин</a:t>
            </a:r>
          </a:p>
        </p:txBody>
      </p:sp>
      <p:sp>
        <p:nvSpPr>
          <p:cNvPr id="14" name="DemoResultLabel"/>
          <p:cNvSpPr txBox="1"/>
          <p:nvPr/>
        </p:nvSpPr>
        <p:spPr>
          <a:xfrm>
            <a:off x="7324724" y="4476750"/>
            <a:ext cx="1304925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Результат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в приложении</a:t>
            </a:r>
          </a:p>
        </p:txBody>
      </p:sp>
      <p:pic>
        <p:nvPicPr>
          <p:cNvPr id="15" name="!!DemoContent" descr="manual-minutes.png"/>
          <p:cNvPicPr>
            <a:picLocks noChangeAspect="1"/>
          </p:cNvPicPr>
          <p:nvPr/>
        </p:nvPicPr>
        <p:blipFill>
          <a:blip r:embed="rId2"/>
          <a:srcRect t="7000" b="22112"/>
          <a:stretch>
            <a:fillRect/>
          </a:stretch>
        </p:blipFill>
        <p:spPr>
          <a:xfrm>
            <a:off x="8763000" y="1952624"/>
            <a:ext cx="2514600" cy="3857625"/>
          </a:xfrm>
          <a:prstGeom prst="rect">
            <a:avLst/>
          </a:prstGeom>
        </p:spPr>
      </p:pic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РУЧНОЙ ЗАМЕР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0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96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Длительный интервал.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Даже через полночь.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96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Указываем даты и время.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Продолжительность считает приложение.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9244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8577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Начало и конец в разные даты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448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381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История замеров на устройстве</a:t>
            </a:r>
          </a:p>
        </p:txBody>
      </p:sp>
      <p:sp>
        <p:nvSpPr>
          <p:cNvPr id="8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0" name="!!IntervalStart"/>
          <p:cNvSpPr txBox="1"/>
          <p:nvPr/>
        </p:nvSpPr>
        <p:spPr>
          <a:xfrm>
            <a:off x="7305675" y="2095499"/>
            <a:ext cx="125730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Начало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18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19:30</a:t>
            </a:r>
          </a:p>
        </p:txBody>
      </p:sp>
      <p:sp>
        <p:nvSpPr>
          <p:cNvPr id="11" name="!!IntervalEnd"/>
          <p:cNvSpPr txBox="1"/>
          <p:nvPr/>
        </p:nvSpPr>
        <p:spPr>
          <a:xfrm>
            <a:off x="7305675" y="3762374"/>
            <a:ext cx="12573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Конец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07:30</a:t>
            </a:r>
          </a:p>
        </p:txBody>
      </p:sp>
      <p:pic>
        <p:nvPicPr>
          <p:cNvPr id="12" name="!!DemoContent" descr="interval-contro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38696" y="1952624"/>
            <a:ext cx="1791781" cy="3400425"/>
          </a:xfrm>
          <a:prstGeom prst="rect">
            <a:avLst/>
          </a:prstGeom>
        </p:spPr>
      </p:pic>
      <p:pic>
        <p:nvPicPr>
          <p:cNvPr id="13" name="!!DemoResult" descr="interval-resul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36171" y="5429250"/>
            <a:ext cx="2901407" cy="657225"/>
          </a:xfrm>
          <a:prstGeom prst="rect">
            <a:avLst/>
          </a:prstGeom>
        </p:spPr>
      </p:pic>
      <p:sp>
        <p:nvSpPr>
          <p:cNvPr id="1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ЗАМЕР ПО ИНТЕРВАЛУ</a:t>
            </a:r>
          </a:p>
        </p:txBody>
      </p:sp>
      <p:sp>
        <p:nvSpPr>
          <p:cNvPr id="1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7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8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571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Необходимый приток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для охлаждения.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528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8612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Задаём диаметр, мощность,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колонну и толщину стенки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2195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152900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Выбираем доступный ПЭД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86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1967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Вводим токи — получаем приток</a:t>
            </a:r>
          </a:p>
        </p:txBody>
      </p:sp>
      <p:sp>
        <p:nvSpPr>
          <p:cNvPr id="9" name="ParameterFrame"/>
          <p:cNvSpPr/>
          <p:nvPr/>
        </p:nvSpPr>
        <p:spPr>
          <a:xfrm>
            <a:off x="6581775" y="1390650"/>
            <a:ext cx="233362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6715125" y="1533525"/>
            <a:ext cx="20764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01 · Параметры</a:t>
            </a:r>
          </a:p>
        </p:txBody>
      </p:sp>
      <p:pic>
        <p:nvPicPr>
          <p:cNvPr id="11" name="CoolingParameters" descr="ped-paramete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90321" y="2047875"/>
            <a:ext cx="1716531" cy="3714750"/>
          </a:xfrm>
          <a:prstGeom prst="rect">
            <a:avLst/>
          </a:prstGeom>
        </p:spPr>
      </p:pic>
      <p:sp>
        <p:nvSpPr>
          <p:cNvPr id="12" name="!!DemoWindow"/>
          <p:cNvSpPr/>
          <p:nvPr/>
        </p:nvSpPr>
        <p:spPr>
          <a:xfrm>
            <a:off x="9096375" y="1390650"/>
            <a:ext cx="242887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emoCaption"/>
          <p:cNvSpPr txBox="1"/>
          <p:nvPr/>
        </p:nvSpPr>
        <p:spPr>
          <a:xfrm>
            <a:off x="9239250" y="1533525"/>
            <a:ext cx="2143125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02 · Токи и результат</a:t>
            </a:r>
          </a:p>
        </p:txBody>
      </p:sp>
      <p:pic>
        <p:nvPicPr>
          <p:cNvPr id="14" name="!!DemoContent" descr="ped-examp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29725" y="2657054"/>
            <a:ext cx="2162175" cy="1696291"/>
          </a:xfrm>
          <a:prstGeom prst="rect">
            <a:avLst/>
          </a:prstGeom>
        </p:spPr>
      </p:pic>
      <p:sp>
        <p:nvSpPr>
          <p:cNvPr id="15" name="CoolingResult"/>
          <p:cNvSpPr txBox="1"/>
          <p:nvPr/>
        </p:nvSpPr>
        <p:spPr>
          <a:xfrm>
            <a:off x="9267825" y="5048250"/>
            <a:ext cx="210502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32,8 м³/сут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781050" y="6048375"/>
            <a:ext cx="1066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B7B7B7"/>
                </a:solidFill>
                <a:latin typeface="Arial"/>
              </a:defRPr>
            </a:pPr>
            <a:r>
              <a:t>Учебный пример. Параметры и токи в работе — по данным конкретного оборудования.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ОХЛАЖДЕНИЕ ПЭД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1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Разгон · Эталон ЧР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Параметры ЧРП</a:t>
            </a:r>
          </a:p>
        </p:txBody>
      </p:sp>
      <p:pic>
        <p:nvPicPr>
          <p:cNvPr id="7" name="!!StepPhoto0" descr="ramp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" y="4054760"/>
            <a:ext cx="3152775" cy="1101153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«Параметры ЧРП».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Прогр. изм F</a:t>
            </a:r>
          </a:p>
        </p:txBody>
      </p:sp>
      <p:pic>
        <p:nvPicPr>
          <p:cNvPr id="12" name="!!StepPhoto1" descr="ramp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4045316"/>
            <a:ext cx="3152775" cy="1120042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«Прогр. изм F».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Частоты</a:t>
            </a:r>
          </a:p>
        </p:txBody>
      </p:sp>
      <p:pic>
        <p:nvPicPr>
          <p:cNvPr id="17" name="!!StepPhoto2" descr="ramp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86750" y="4045324"/>
            <a:ext cx="3152775" cy="11200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Параметры — по технологическому заданию.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6.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РАЗГОН · ЭТАЛОН ЧР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РИЧ · Борец КАСКАД-НТ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Вход в меню</a:t>
            </a:r>
          </a:p>
        </p:txBody>
      </p:sp>
      <p:pic>
        <p:nvPicPr>
          <p:cNvPr id="7" name="!!StepPhoto0" descr="rich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55642" y="3952875"/>
            <a:ext cx="1955990" cy="1304925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Нажать «Ввод / Enter».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</a:t>
            </a:r>
          </a:p>
        </p:txBody>
      </p:sp>
      <p:pic>
        <p:nvPicPr>
          <p:cNvPr id="12" name="!!StepPhoto1" descr="rich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59807" y="3952875"/>
            <a:ext cx="1977159" cy="1304925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 I</a:t>
            </a:r>
          </a:p>
        </p:txBody>
      </p:sp>
      <p:pic>
        <p:nvPicPr>
          <p:cNvPr id="17" name="!!StepPhoto2" descr="rich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60450" y="3952875"/>
            <a:ext cx="2005373" cy="13049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 I».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8.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РИЧ · БОРЕЦ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95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Карманный регламент.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000375"/>
            <a:ext cx="6953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Поиск по слову вместо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перелистывания бумажного носителя.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400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3338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Перейти по ссылке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49530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488632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Сохранить закладку с подписью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5054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4387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Открыть офлайн после загрузки</a:t>
            </a:r>
          </a:p>
        </p:txBody>
      </p:sp>
      <p:sp>
        <p:nvSpPr>
          <p:cNvPr id="10" name="VnrFrame"/>
          <p:cNvSpPr/>
          <p:nvPr/>
        </p:nvSpPr>
        <p:spPr>
          <a:xfrm>
            <a:off x="8248650" y="1381125"/>
            <a:ext cx="3276600" cy="47434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VnrScreen" descr="vnr.png"/>
          <p:cNvPicPr>
            <a:picLocks noChangeAspect="1"/>
          </p:cNvPicPr>
          <p:nvPr/>
        </p:nvPicPr>
        <p:blipFill>
          <a:blip r:embed="rId2"/>
          <a:srcRect t="2000" b="22746"/>
          <a:stretch>
            <a:fillRect/>
          </a:stretch>
        </p:blipFill>
        <p:spPr>
          <a:xfrm>
            <a:off x="8553450" y="1571625"/>
            <a:ext cx="2667000" cy="4343400"/>
          </a:xfrm>
          <a:prstGeom prst="rect">
            <a:avLst/>
          </a:prstGeom>
        </p:spPr>
      </p:pic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КАРМАННЫЙ РЕГЛАМЕНТ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Больше рабочих инструментов.</a:t>
            </a:r>
          </a:p>
        </p:txBody>
      </p:sp>
      <p:sp>
        <p:nvSpPr>
          <p:cNvPr id="3" name="ToolCard0"/>
          <p:cNvSpPr/>
          <p:nvPr/>
        </p:nvSpPr>
        <p:spPr>
          <a:xfrm>
            <a:off x="6667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7152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Уровень жидкости</a:t>
            </a:r>
          </a:p>
        </p:txBody>
      </p:sp>
      <p:pic>
        <p:nvPicPr>
          <p:cNvPr id="5" name="ToolScreen0" descr="tool-leve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2411" y="3238500"/>
            <a:ext cx="1135551" cy="2457450"/>
          </a:xfrm>
          <a:prstGeom prst="rect">
            <a:avLst/>
          </a:prstGeom>
        </p:spPr>
      </p:pic>
      <p:sp>
        <p:nvSpPr>
          <p:cNvPr id="6" name="ToolCard1"/>
          <p:cNvSpPr/>
          <p:nvPr/>
        </p:nvSpPr>
        <p:spPr>
          <a:xfrm>
            <a:off x="25050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_6"/>
          <p:cNvSpPr txBox="1"/>
          <p:nvPr/>
        </p:nvSpPr>
        <p:spPr>
          <a:xfrm>
            <a:off x="26098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Частота запуска</a:t>
            </a:r>
          </a:p>
        </p:txBody>
      </p:sp>
      <p:pic>
        <p:nvPicPr>
          <p:cNvPr id="8" name="ToolScreen1" descr="tool-frequenc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70736" y="3238500"/>
            <a:ext cx="1135551" cy="2457450"/>
          </a:xfrm>
          <a:prstGeom prst="rect">
            <a:avLst/>
          </a:prstGeom>
        </p:spPr>
      </p:pic>
      <p:sp>
        <p:nvSpPr>
          <p:cNvPr id="9" name="ToolCard2"/>
          <p:cNvSpPr/>
          <p:nvPr/>
        </p:nvSpPr>
        <p:spPr>
          <a:xfrm>
            <a:off x="434340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444817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Приток</a:t>
            </a:r>
          </a:p>
        </p:txBody>
      </p:sp>
      <p:pic>
        <p:nvPicPr>
          <p:cNvPr id="11" name="ToolScreen2" descr="tool-flow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09061" y="3238500"/>
            <a:ext cx="1135551" cy="2457450"/>
          </a:xfrm>
          <a:prstGeom prst="rect">
            <a:avLst/>
          </a:prstGeom>
        </p:spPr>
      </p:pic>
      <p:sp>
        <p:nvSpPr>
          <p:cNvPr id="12" name="ToolCard3"/>
          <p:cNvSpPr/>
          <p:nvPr/>
        </p:nvSpPr>
        <p:spPr>
          <a:xfrm>
            <a:off x="618172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_12"/>
          <p:cNvSpPr txBox="1"/>
          <p:nvPr/>
        </p:nvSpPr>
        <p:spPr>
          <a:xfrm>
            <a:off x="628650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Потенциал скважины</a:t>
            </a:r>
          </a:p>
        </p:txBody>
      </p:sp>
      <p:pic>
        <p:nvPicPr>
          <p:cNvPr id="14" name="ToolScreen3" descr="tool-wellPotential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47386" y="3238500"/>
            <a:ext cx="1135551" cy="2457450"/>
          </a:xfrm>
          <a:prstGeom prst="rect">
            <a:avLst/>
          </a:prstGeom>
        </p:spPr>
      </p:pic>
      <p:sp>
        <p:nvSpPr>
          <p:cNvPr id="15" name="ToolCard4"/>
          <p:cNvSpPr/>
          <p:nvPr/>
        </p:nvSpPr>
        <p:spPr>
          <a:xfrm>
            <a:off x="80200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_15"/>
          <p:cNvSpPr txBox="1"/>
          <p:nvPr/>
        </p:nvSpPr>
        <p:spPr>
          <a:xfrm>
            <a:off x="8124824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РПД</a:t>
            </a:r>
          </a:p>
        </p:txBody>
      </p:sp>
      <p:pic>
        <p:nvPicPr>
          <p:cNvPr id="17" name="ToolScreen4" descr="tool-rp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5711" y="3238500"/>
            <a:ext cx="1135551" cy="2457450"/>
          </a:xfrm>
          <a:prstGeom prst="rect">
            <a:avLst/>
          </a:prstGeom>
        </p:spPr>
      </p:pic>
      <p:sp>
        <p:nvSpPr>
          <p:cNvPr id="18" name="ToolCard5"/>
          <p:cNvSpPr/>
          <p:nvPr/>
        </p:nvSpPr>
        <p:spPr>
          <a:xfrm>
            <a:off x="98583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_18"/>
          <p:cNvSpPr txBox="1"/>
          <p:nvPr/>
        </p:nvSpPr>
        <p:spPr>
          <a:xfrm>
            <a:off x="99631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Отпайка ТМПН</a:t>
            </a:r>
          </a:p>
        </p:txBody>
      </p:sp>
      <p:pic>
        <p:nvPicPr>
          <p:cNvPr id="20" name="ToolScreen5" descr="tool-tap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24036" y="3238500"/>
            <a:ext cx="1135551" cy="2457450"/>
          </a:xfrm>
          <a:prstGeom prst="rect">
            <a:avLst/>
          </a:prstGeom>
        </p:spPr>
      </p:pic>
      <p:sp>
        <p:nvSpPr>
          <p:cNvPr id="21" name="Text_20"/>
          <p:cNvSpPr txBox="1"/>
          <p:nvPr/>
        </p:nvSpPr>
        <p:spPr>
          <a:xfrm>
            <a:off x="762000" y="60102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FFCD00"/>
                </a:solidFill>
                <a:latin typeface="Arial"/>
              </a:defRPr>
            </a:pPr>
            <a:r>
              <a:t>Ещё: коэффициент 2А · температура ТМС · СКО · УПР / АПВ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ИНСТРУМЕНТЫ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6" name="!!BackToOverview">
            <a:hlinkClick action="ppaction://hlinksldjump" r:id="rId9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85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Не просто калькулятор.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Поясняет расчёт.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638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57187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Как пользоваться формулой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3529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286250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означают величины и единицы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67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0062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проверить перед действием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2000" y="5857875"/>
            <a:ext cx="685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CD00"/>
                </a:solidFill>
                <a:latin typeface="Arial"/>
              </a:defRPr>
            </a:pPr>
            <a:r>
              <a:t>Кнопка «?» — пояснения, формулы и замечания</a:t>
            </a:r>
          </a:p>
        </p:txBody>
      </p:sp>
      <p:pic>
        <p:nvPicPr>
          <p:cNvPr id="10" name="HelpScreen" descr="help-formula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30555" y="1333500"/>
            <a:ext cx="2227089" cy="4819650"/>
          </a:xfrm>
          <a:prstGeom prst="rect">
            <a:avLst/>
          </a:prstGeom>
        </p:spPr>
      </p:pic>
      <p:sp>
        <p:nvSpPr>
          <p:cNvPr id="11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ПОЯСНЕНИЯ И ФОРМУЛЫ</a:t>
            </a:r>
          </a:p>
        </p:txBody>
      </p:sp>
      <p:sp>
        <p:nvSpPr>
          <p:cNvPr id="13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4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5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" name="WarmOilfieldIllustration" descr="exec-bcffd78b-3dc5-41f2-9b7c-cdf8bc798df2.png"/>
          <p:cNvPicPr>
            <a:picLocks noChangeAspect="1"/>
          </p:cNvPicPr>
          <p:nvPr/>
        </p:nvPicPr>
        <p:blipFill>
          <a:blip r:embed="rId4"/>
          <a:srcRect t="12520" b="12520"/>
          <a:stretch>
            <a:fillRect/>
          </a:stretch>
        </p:blipFill>
        <p:spPr>
          <a:xfrm>
            <a:off x="8477250" y="1066800"/>
            <a:ext cx="3048000" cy="1285875"/>
          </a:xfrm>
          <a:prstGeom prst="rect">
            <a:avLst/>
          </a:prstGeom>
        </p:spPr>
      </p:pic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Где помогает в работе.</a:t>
            </a:r>
          </a:p>
        </p:txBody>
      </p:sp>
      <p:sp>
        <p:nvSpPr>
          <p:cNvPr id="3" name="Block_2"/>
          <p:cNvSpPr/>
          <p:nvPr/>
        </p:nvSpPr>
        <p:spPr>
          <a:xfrm>
            <a:off x="7620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620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Резкий набор частоты: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выноса КВЧ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износа УЭЦН.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7620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темпа и шагов</a:t>
            </a:r>
            <a:br/>
            <a:r>
              <a:t>для конкретной станции.</a:t>
            </a:r>
          </a:p>
        </p:txBody>
      </p:sp>
      <p:sp>
        <p:nvSpPr>
          <p:cNvPr id="7" name="Block_6"/>
          <p:cNvSpPr/>
          <p:nvPr/>
        </p:nvSpPr>
        <p:spPr>
          <a:xfrm>
            <a:off x="447675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447675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447675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Ошибка переключения: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нежелательный режим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лишний простой.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447675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Последовательность меню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и фотоподсказки.</a:t>
            </a:r>
          </a:p>
        </p:txBody>
      </p:sp>
      <p:sp>
        <p:nvSpPr>
          <p:cNvPr id="11" name="Block_10"/>
          <p:cNvSpPr/>
          <p:nvPr/>
        </p:nvSpPr>
        <p:spPr>
          <a:xfrm>
            <a:off x="81915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_11"/>
          <p:cNvSpPr txBox="1"/>
          <p:nvPr/>
        </p:nvSpPr>
        <p:spPr>
          <a:xfrm>
            <a:off x="81915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Приток и охлаждение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81915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Недостаток охлаждения: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перегрева ПЭД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отказа УЭЦН.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1915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притока и проверка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условий охлаждения.</a:t>
            </a:r>
          </a:p>
        </p:txBody>
      </p:sp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ПРАКТИЧЕСКАЯ ПОЛЬЗА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ДОКУМЕНТАЛЬНАЯ ОСНОВА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На чём основан проект</a:t>
            </a:r>
          </a:p>
        </p:txBody>
      </p:sp>
      <p:sp>
        <p:nvSpPr>
          <p:cNvPr id="7" name="Block_6"/>
          <p:cNvSpPr/>
          <p:nvPr/>
        </p:nvSpPr>
        <p:spPr>
          <a:xfrm>
            <a:off x="74295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74295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Регламент ВНР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4295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Формулы и примеры расчётов.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Последовательность действий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при выводе скважины на режим.</a:t>
            </a:r>
          </a:p>
        </p:txBody>
      </p:sp>
      <p:sp>
        <p:nvSpPr>
          <p:cNvPr id="10" name="Block_9"/>
          <p:cNvSpPr/>
          <p:nvPr/>
        </p:nvSpPr>
        <p:spPr>
          <a:xfrm>
            <a:off x="6362700" y="2857500"/>
            <a:ext cx="5095875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_10"/>
          <p:cNvSpPr txBox="1"/>
          <p:nvPr/>
        </p:nvSpPr>
        <p:spPr>
          <a:xfrm>
            <a:off x="6362700" y="3286125"/>
            <a:ext cx="50958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Инструкции по ПБ и ОТ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6362700" y="4305300"/>
            <a:ext cx="5095875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Требования промышленной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безопасности и охраны труда.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Теоретические и справочные материалы.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MonochromeIllustration" descr="development.png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РАЗРАБОТКА ПРОГРАММЫ</a:t>
            </a:r>
          </a:p>
        </p:txBody>
      </p:sp>
      <p:sp>
        <p:nvSpPr>
          <p:cNvPr id="5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6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" name="!!Headline"/>
          <p:cNvSpPr txBox="1"/>
          <p:nvPr/>
        </p:nvSpPr>
        <p:spPr>
          <a:xfrm>
            <a:off x="723900" y="1476375"/>
            <a:ext cx="6477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7950" b="1">
                <a:solidFill>
                  <a:srgbClr val="FFCD00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781050" y="2762250"/>
            <a:ext cx="6477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разработки программы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800100" y="3638550"/>
            <a:ext cx="576262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Прямые денежные расходы минимальны.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Основной ресурс — время.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45720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Десятки часов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3028950" y="46101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с документальной базой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51054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Сотни часов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3028950" y="51435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работы над архитектурой проекта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00100" y="5638800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CD00"/>
                </a:solidFill>
                <a:latin typeface="Arial"/>
              </a:defRPr>
            </a:pPr>
            <a:r>
              <a:t>Дни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3028950" y="5676900"/>
            <a:ext cx="3190875" cy="4952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FFFF"/>
                </a:solidFill>
                <a:latin typeface="Arial"/>
              </a:defRPr>
            </a:pPr>
            <a:r>
              <a:t>тестирования продукта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63" name="WarmOilfieldIllustration" descr="exec-54ad350e-4ce2-4e75-a59e-d924ea106a67.png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61" name="PeopleContrast"/>
          <p:cNvSpPr/>
          <p:nvPr/>
        </p:nvSpPr>
        <p:spPr>
          <a:xfrm>
            <a:off x="6667500" y="1619250"/>
            <a:ext cx="4857750" cy="4333875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!!Headline"/>
          <p:cNvSpPr txBox="1"/>
          <p:nvPr/>
        </p:nvSpPr>
        <p:spPr>
          <a:xfrm>
            <a:off x="723900" y="1762125"/>
            <a:ext cx="61912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875" b="1">
                <a:solidFill>
                  <a:srgbClr val="FFCD00"/>
                </a:solidFill>
                <a:latin typeface="Arial"/>
              </a:defRPr>
            </a:pPr>
            <a:r>
              <a:t>≈250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809625" y="3857625"/>
            <a:ext cx="600075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потенциальных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пользователей</a:t>
            </a:r>
          </a:p>
        </p:txBody>
      </p:sp>
      <p:grpSp>
        <p:nvGrpSpPr>
          <p:cNvPr id="5" name="Person0"/>
          <p:cNvGrpSpPr/>
          <p:nvPr/>
        </p:nvGrpSpPr>
        <p:grpSpPr>
          <a:xfrm>
            <a:off x="6783228" y="1809750"/>
            <a:ext cx="122872" cy="298989"/>
            <a:chOff x="6783228" y="1809750"/>
            <a:chExt cx="122872" cy="298989"/>
          </a:xfrm>
        </p:grpSpPr>
        <p:sp>
          <p:nvSpPr>
            <p:cNvPr id="6" name="Oval 5"/>
            <p:cNvSpPr/>
            <p:nvPr/>
          </p:nvSpPr>
          <p:spPr>
            <a:xfrm>
              <a:off x="681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78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9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Person1"/>
          <p:cNvGrpSpPr/>
          <p:nvPr/>
        </p:nvGrpSpPr>
        <p:grpSpPr>
          <a:xfrm>
            <a:off x="6973728" y="1809750"/>
            <a:ext cx="122872" cy="298989"/>
            <a:chOff x="6973728" y="1809750"/>
            <a:chExt cx="122872" cy="298989"/>
          </a:xfrm>
        </p:grpSpPr>
        <p:sp>
          <p:nvSpPr>
            <p:cNvPr id="11" name="Oval 10"/>
            <p:cNvSpPr/>
            <p:nvPr/>
          </p:nvSpPr>
          <p:spPr>
            <a:xfrm>
              <a:off x="7002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8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Person2"/>
          <p:cNvGrpSpPr/>
          <p:nvPr/>
        </p:nvGrpSpPr>
        <p:grpSpPr>
          <a:xfrm>
            <a:off x="7164228" y="1809750"/>
            <a:ext cx="122872" cy="298989"/>
            <a:chOff x="7164228" y="1809750"/>
            <a:chExt cx="122872" cy="298989"/>
          </a:xfrm>
        </p:grpSpPr>
        <p:sp>
          <p:nvSpPr>
            <p:cNvPr id="16" name="Oval 15"/>
            <p:cNvSpPr/>
            <p:nvPr/>
          </p:nvSpPr>
          <p:spPr>
            <a:xfrm>
              <a:off x="719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16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7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3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Person3"/>
          <p:cNvGrpSpPr/>
          <p:nvPr/>
        </p:nvGrpSpPr>
        <p:grpSpPr>
          <a:xfrm>
            <a:off x="7354728" y="1809750"/>
            <a:ext cx="122872" cy="298989"/>
            <a:chOff x="7354728" y="1809750"/>
            <a:chExt cx="122872" cy="298989"/>
          </a:xfrm>
        </p:grpSpPr>
        <p:sp>
          <p:nvSpPr>
            <p:cNvPr id="21" name="Oval 20"/>
            <p:cNvSpPr/>
            <p:nvPr/>
          </p:nvSpPr>
          <p:spPr>
            <a:xfrm>
              <a:off x="738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35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6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2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Person4"/>
          <p:cNvGrpSpPr/>
          <p:nvPr/>
        </p:nvGrpSpPr>
        <p:grpSpPr>
          <a:xfrm>
            <a:off x="7545228" y="1809750"/>
            <a:ext cx="122872" cy="298989"/>
            <a:chOff x="7545228" y="1809750"/>
            <a:chExt cx="122872" cy="298989"/>
          </a:xfrm>
        </p:grpSpPr>
        <p:sp>
          <p:nvSpPr>
            <p:cNvPr id="26" name="Oval 25"/>
            <p:cNvSpPr/>
            <p:nvPr/>
          </p:nvSpPr>
          <p:spPr>
            <a:xfrm>
              <a:off x="757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4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55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1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Person5"/>
          <p:cNvGrpSpPr/>
          <p:nvPr/>
        </p:nvGrpSpPr>
        <p:grpSpPr>
          <a:xfrm>
            <a:off x="7735728" y="1809750"/>
            <a:ext cx="122872" cy="298989"/>
            <a:chOff x="7735728" y="1809750"/>
            <a:chExt cx="122872" cy="298989"/>
          </a:xfrm>
        </p:grpSpPr>
        <p:sp>
          <p:nvSpPr>
            <p:cNvPr id="31" name="Oval 30"/>
            <p:cNvSpPr/>
            <p:nvPr/>
          </p:nvSpPr>
          <p:spPr>
            <a:xfrm>
              <a:off x="7764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35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743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809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Person6"/>
          <p:cNvGrpSpPr/>
          <p:nvPr/>
        </p:nvGrpSpPr>
        <p:grpSpPr>
          <a:xfrm>
            <a:off x="7926228" y="1809750"/>
            <a:ext cx="122872" cy="298989"/>
            <a:chOff x="7926228" y="1809750"/>
            <a:chExt cx="122872" cy="298989"/>
          </a:xfrm>
        </p:grpSpPr>
        <p:sp>
          <p:nvSpPr>
            <p:cNvPr id="36" name="Oval 35"/>
            <p:cNvSpPr/>
            <p:nvPr/>
          </p:nvSpPr>
          <p:spPr>
            <a:xfrm>
              <a:off x="7954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926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934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999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Person7"/>
          <p:cNvGrpSpPr/>
          <p:nvPr/>
        </p:nvGrpSpPr>
        <p:grpSpPr>
          <a:xfrm>
            <a:off x="8116728" y="1809750"/>
            <a:ext cx="122872" cy="298989"/>
            <a:chOff x="8116728" y="1809750"/>
            <a:chExt cx="122872" cy="298989"/>
          </a:xfrm>
        </p:grpSpPr>
        <p:sp>
          <p:nvSpPr>
            <p:cNvPr id="41" name="Oval 40"/>
            <p:cNvSpPr/>
            <p:nvPr/>
          </p:nvSpPr>
          <p:spPr>
            <a:xfrm>
              <a:off x="8145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116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24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190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Person8"/>
          <p:cNvGrpSpPr/>
          <p:nvPr/>
        </p:nvGrpSpPr>
        <p:grpSpPr>
          <a:xfrm>
            <a:off x="8307228" y="1809750"/>
            <a:ext cx="122872" cy="298989"/>
            <a:chOff x="8307228" y="1809750"/>
            <a:chExt cx="122872" cy="298989"/>
          </a:xfrm>
        </p:grpSpPr>
        <p:sp>
          <p:nvSpPr>
            <p:cNvPr id="46" name="Oval 45"/>
            <p:cNvSpPr/>
            <p:nvPr/>
          </p:nvSpPr>
          <p:spPr>
            <a:xfrm>
              <a:off x="83358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307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315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80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Person9"/>
          <p:cNvGrpSpPr/>
          <p:nvPr/>
        </p:nvGrpSpPr>
        <p:grpSpPr>
          <a:xfrm>
            <a:off x="8497728" y="1809750"/>
            <a:ext cx="122872" cy="298989"/>
            <a:chOff x="8497728" y="1809750"/>
            <a:chExt cx="122872" cy="298989"/>
          </a:xfrm>
        </p:grpSpPr>
        <p:sp>
          <p:nvSpPr>
            <p:cNvPr id="51" name="Oval 50"/>
            <p:cNvSpPr/>
            <p:nvPr/>
          </p:nvSpPr>
          <p:spPr>
            <a:xfrm>
              <a:off x="8526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8497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505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571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Person10"/>
          <p:cNvGrpSpPr/>
          <p:nvPr/>
        </p:nvGrpSpPr>
        <p:grpSpPr>
          <a:xfrm>
            <a:off x="8688228" y="1809750"/>
            <a:ext cx="122872" cy="298989"/>
            <a:chOff x="8688228" y="1809750"/>
            <a:chExt cx="122872" cy="298989"/>
          </a:xfrm>
        </p:grpSpPr>
        <p:sp>
          <p:nvSpPr>
            <p:cNvPr id="56" name="Oval 55"/>
            <p:cNvSpPr/>
            <p:nvPr/>
          </p:nvSpPr>
          <p:spPr>
            <a:xfrm>
              <a:off x="8716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688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696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761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Person11"/>
          <p:cNvGrpSpPr/>
          <p:nvPr/>
        </p:nvGrpSpPr>
        <p:grpSpPr>
          <a:xfrm>
            <a:off x="8878728" y="1809750"/>
            <a:ext cx="122872" cy="298989"/>
            <a:chOff x="8878728" y="1809750"/>
            <a:chExt cx="122872" cy="298989"/>
          </a:xfrm>
        </p:grpSpPr>
        <p:sp>
          <p:nvSpPr>
            <p:cNvPr id="61" name="Oval 60"/>
            <p:cNvSpPr/>
            <p:nvPr/>
          </p:nvSpPr>
          <p:spPr>
            <a:xfrm>
              <a:off x="8907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878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886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952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Person12"/>
          <p:cNvGrpSpPr/>
          <p:nvPr/>
        </p:nvGrpSpPr>
        <p:grpSpPr>
          <a:xfrm>
            <a:off x="9069228" y="1809750"/>
            <a:ext cx="122872" cy="298989"/>
            <a:chOff x="9069228" y="1809750"/>
            <a:chExt cx="122872" cy="298989"/>
          </a:xfrm>
        </p:grpSpPr>
        <p:sp>
          <p:nvSpPr>
            <p:cNvPr id="66" name="Oval 65"/>
            <p:cNvSpPr/>
            <p:nvPr/>
          </p:nvSpPr>
          <p:spPr>
            <a:xfrm>
              <a:off x="9097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069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77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142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" name="Person13"/>
          <p:cNvGrpSpPr/>
          <p:nvPr/>
        </p:nvGrpSpPr>
        <p:grpSpPr>
          <a:xfrm>
            <a:off x="9259728" y="1809750"/>
            <a:ext cx="122872" cy="298989"/>
            <a:chOff x="9259728" y="1809750"/>
            <a:chExt cx="122872" cy="298989"/>
          </a:xfrm>
        </p:grpSpPr>
        <p:sp>
          <p:nvSpPr>
            <p:cNvPr id="71" name="Oval 70"/>
            <p:cNvSpPr/>
            <p:nvPr/>
          </p:nvSpPr>
          <p:spPr>
            <a:xfrm>
              <a:off x="9288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259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267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333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Person14"/>
          <p:cNvGrpSpPr/>
          <p:nvPr/>
        </p:nvGrpSpPr>
        <p:grpSpPr>
          <a:xfrm>
            <a:off x="9450228" y="1809750"/>
            <a:ext cx="122872" cy="298989"/>
            <a:chOff x="9450228" y="1809750"/>
            <a:chExt cx="122872" cy="298989"/>
          </a:xfrm>
        </p:grpSpPr>
        <p:sp>
          <p:nvSpPr>
            <p:cNvPr id="76" name="Oval 75"/>
            <p:cNvSpPr/>
            <p:nvPr/>
          </p:nvSpPr>
          <p:spPr>
            <a:xfrm>
              <a:off x="9478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450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458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523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" name="Person15"/>
          <p:cNvGrpSpPr/>
          <p:nvPr/>
        </p:nvGrpSpPr>
        <p:grpSpPr>
          <a:xfrm>
            <a:off x="9640728" y="1809750"/>
            <a:ext cx="122872" cy="298989"/>
            <a:chOff x="9640728" y="1809750"/>
            <a:chExt cx="122872" cy="298989"/>
          </a:xfrm>
        </p:grpSpPr>
        <p:sp>
          <p:nvSpPr>
            <p:cNvPr id="81" name="Oval 80"/>
            <p:cNvSpPr/>
            <p:nvPr/>
          </p:nvSpPr>
          <p:spPr>
            <a:xfrm>
              <a:off x="9669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640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648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714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Person16"/>
          <p:cNvGrpSpPr/>
          <p:nvPr/>
        </p:nvGrpSpPr>
        <p:grpSpPr>
          <a:xfrm>
            <a:off x="9831228" y="1809750"/>
            <a:ext cx="122872" cy="298989"/>
            <a:chOff x="9831228" y="1809750"/>
            <a:chExt cx="122872" cy="298989"/>
          </a:xfrm>
        </p:grpSpPr>
        <p:sp>
          <p:nvSpPr>
            <p:cNvPr id="86" name="Oval 85"/>
            <p:cNvSpPr/>
            <p:nvPr/>
          </p:nvSpPr>
          <p:spPr>
            <a:xfrm>
              <a:off x="9859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831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839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904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Person17"/>
          <p:cNvGrpSpPr/>
          <p:nvPr/>
        </p:nvGrpSpPr>
        <p:grpSpPr>
          <a:xfrm>
            <a:off x="10021728" y="1809750"/>
            <a:ext cx="122872" cy="298989"/>
            <a:chOff x="10021728" y="1809750"/>
            <a:chExt cx="122872" cy="298989"/>
          </a:xfrm>
        </p:grpSpPr>
        <p:sp>
          <p:nvSpPr>
            <p:cNvPr id="91" name="Oval 90"/>
            <p:cNvSpPr/>
            <p:nvPr/>
          </p:nvSpPr>
          <p:spPr>
            <a:xfrm>
              <a:off x="10050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10021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029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095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" name="Person18"/>
          <p:cNvGrpSpPr/>
          <p:nvPr/>
        </p:nvGrpSpPr>
        <p:grpSpPr>
          <a:xfrm>
            <a:off x="10212228" y="1809750"/>
            <a:ext cx="122872" cy="298989"/>
            <a:chOff x="10212228" y="1809750"/>
            <a:chExt cx="122872" cy="298989"/>
          </a:xfrm>
        </p:grpSpPr>
        <p:sp>
          <p:nvSpPr>
            <p:cNvPr id="96" name="Oval 95"/>
            <p:cNvSpPr/>
            <p:nvPr/>
          </p:nvSpPr>
          <p:spPr>
            <a:xfrm>
              <a:off x="10240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0212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220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0285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Person19"/>
          <p:cNvGrpSpPr/>
          <p:nvPr/>
        </p:nvGrpSpPr>
        <p:grpSpPr>
          <a:xfrm>
            <a:off x="10402728" y="1809750"/>
            <a:ext cx="122872" cy="298989"/>
            <a:chOff x="10402728" y="1809750"/>
            <a:chExt cx="122872" cy="298989"/>
          </a:xfrm>
        </p:grpSpPr>
        <p:sp>
          <p:nvSpPr>
            <p:cNvPr id="101" name="Oval 100"/>
            <p:cNvSpPr/>
            <p:nvPr/>
          </p:nvSpPr>
          <p:spPr>
            <a:xfrm>
              <a:off x="10431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10402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0410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476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" name="Person20"/>
          <p:cNvGrpSpPr/>
          <p:nvPr/>
        </p:nvGrpSpPr>
        <p:grpSpPr>
          <a:xfrm>
            <a:off x="10593228" y="1809750"/>
            <a:ext cx="122872" cy="298989"/>
            <a:chOff x="10593228" y="1809750"/>
            <a:chExt cx="122872" cy="298989"/>
          </a:xfrm>
        </p:grpSpPr>
        <p:sp>
          <p:nvSpPr>
            <p:cNvPr id="106" name="Oval 105"/>
            <p:cNvSpPr/>
            <p:nvPr/>
          </p:nvSpPr>
          <p:spPr>
            <a:xfrm>
              <a:off x="1062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1059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60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066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Person21"/>
          <p:cNvGrpSpPr/>
          <p:nvPr/>
        </p:nvGrpSpPr>
        <p:grpSpPr>
          <a:xfrm>
            <a:off x="10783728" y="1809750"/>
            <a:ext cx="122872" cy="298989"/>
            <a:chOff x="10783728" y="1809750"/>
            <a:chExt cx="122872" cy="298989"/>
          </a:xfrm>
        </p:grpSpPr>
        <p:sp>
          <p:nvSpPr>
            <p:cNvPr id="111" name="Oval 110"/>
            <p:cNvSpPr/>
            <p:nvPr/>
          </p:nvSpPr>
          <p:spPr>
            <a:xfrm>
              <a:off x="10812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1078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1079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85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" name="Person22"/>
          <p:cNvGrpSpPr/>
          <p:nvPr/>
        </p:nvGrpSpPr>
        <p:grpSpPr>
          <a:xfrm>
            <a:off x="10974228" y="1809750"/>
            <a:ext cx="122872" cy="298989"/>
            <a:chOff x="10974228" y="1809750"/>
            <a:chExt cx="122872" cy="298989"/>
          </a:xfrm>
        </p:grpSpPr>
        <p:sp>
          <p:nvSpPr>
            <p:cNvPr id="116" name="Oval 115"/>
            <p:cNvSpPr/>
            <p:nvPr/>
          </p:nvSpPr>
          <p:spPr>
            <a:xfrm>
              <a:off x="1100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097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98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104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Person23"/>
          <p:cNvGrpSpPr/>
          <p:nvPr/>
        </p:nvGrpSpPr>
        <p:grpSpPr>
          <a:xfrm>
            <a:off x="11164728" y="1809750"/>
            <a:ext cx="122872" cy="298989"/>
            <a:chOff x="11164728" y="1809750"/>
            <a:chExt cx="122872" cy="298989"/>
          </a:xfrm>
        </p:grpSpPr>
        <p:sp>
          <p:nvSpPr>
            <p:cNvPr id="121" name="Oval 120"/>
            <p:cNvSpPr/>
            <p:nvPr/>
          </p:nvSpPr>
          <p:spPr>
            <a:xfrm>
              <a:off x="1119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1116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117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23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" name="Person24"/>
          <p:cNvGrpSpPr/>
          <p:nvPr/>
        </p:nvGrpSpPr>
        <p:grpSpPr>
          <a:xfrm>
            <a:off x="11355228" y="1809750"/>
            <a:ext cx="122872" cy="298989"/>
            <a:chOff x="11355228" y="1809750"/>
            <a:chExt cx="122872" cy="298989"/>
          </a:xfrm>
        </p:grpSpPr>
        <p:sp>
          <p:nvSpPr>
            <p:cNvPr id="126" name="Oval 125"/>
            <p:cNvSpPr/>
            <p:nvPr/>
          </p:nvSpPr>
          <p:spPr>
            <a:xfrm>
              <a:off x="1138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1135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136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142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" name="Person25"/>
          <p:cNvGrpSpPr/>
          <p:nvPr/>
        </p:nvGrpSpPr>
        <p:grpSpPr>
          <a:xfrm>
            <a:off x="6783228" y="2209800"/>
            <a:ext cx="122872" cy="298989"/>
            <a:chOff x="6783228" y="2209800"/>
            <a:chExt cx="122872" cy="298989"/>
          </a:xfrm>
        </p:grpSpPr>
        <p:sp>
          <p:nvSpPr>
            <p:cNvPr id="131" name="Oval 130"/>
            <p:cNvSpPr/>
            <p:nvPr/>
          </p:nvSpPr>
          <p:spPr>
            <a:xfrm>
              <a:off x="681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678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79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685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5" name="Person26"/>
          <p:cNvGrpSpPr/>
          <p:nvPr/>
        </p:nvGrpSpPr>
        <p:grpSpPr>
          <a:xfrm>
            <a:off x="6973728" y="2209800"/>
            <a:ext cx="122872" cy="298989"/>
            <a:chOff x="6973728" y="2209800"/>
            <a:chExt cx="122872" cy="298989"/>
          </a:xfrm>
        </p:grpSpPr>
        <p:sp>
          <p:nvSpPr>
            <p:cNvPr id="136" name="Oval 135"/>
            <p:cNvSpPr/>
            <p:nvPr/>
          </p:nvSpPr>
          <p:spPr>
            <a:xfrm>
              <a:off x="7002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697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698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704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0" name="Person27"/>
          <p:cNvGrpSpPr/>
          <p:nvPr/>
        </p:nvGrpSpPr>
        <p:grpSpPr>
          <a:xfrm>
            <a:off x="7164228" y="2209800"/>
            <a:ext cx="122872" cy="298989"/>
            <a:chOff x="7164228" y="2209800"/>
            <a:chExt cx="122872" cy="298989"/>
          </a:xfrm>
        </p:grpSpPr>
        <p:sp>
          <p:nvSpPr>
            <p:cNvPr id="141" name="Oval 140"/>
            <p:cNvSpPr/>
            <p:nvPr/>
          </p:nvSpPr>
          <p:spPr>
            <a:xfrm>
              <a:off x="719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716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717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723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Person28"/>
          <p:cNvGrpSpPr/>
          <p:nvPr/>
        </p:nvGrpSpPr>
        <p:grpSpPr>
          <a:xfrm>
            <a:off x="7354728" y="2209800"/>
            <a:ext cx="122872" cy="298989"/>
            <a:chOff x="7354728" y="2209800"/>
            <a:chExt cx="122872" cy="298989"/>
          </a:xfrm>
        </p:grpSpPr>
        <p:sp>
          <p:nvSpPr>
            <p:cNvPr id="146" name="Oval 145"/>
            <p:cNvSpPr/>
            <p:nvPr/>
          </p:nvSpPr>
          <p:spPr>
            <a:xfrm>
              <a:off x="738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735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736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742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Person29"/>
          <p:cNvGrpSpPr/>
          <p:nvPr/>
        </p:nvGrpSpPr>
        <p:grpSpPr>
          <a:xfrm>
            <a:off x="7545228" y="2209800"/>
            <a:ext cx="122872" cy="298989"/>
            <a:chOff x="7545228" y="2209800"/>
            <a:chExt cx="122872" cy="298989"/>
          </a:xfrm>
        </p:grpSpPr>
        <p:sp>
          <p:nvSpPr>
            <p:cNvPr id="151" name="Oval 150"/>
            <p:cNvSpPr/>
            <p:nvPr/>
          </p:nvSpPr>
          <p:spPr>
            <a:xfrm>
              <a:off x="757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754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55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61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Person30"/>
          <p:cNvGrpSpPr/>
          <p:nvPr/>
        </p:nvGrpSpPr>
        <p:grpSpPr>
          <a:xfrm>
            <a:off x="7735728" y="2209800"/>
            <a:ext cx="122872" cy="298989"/>
            <a:chOff x="7735728" y="2209800"/>
            <a:chExt cx="122872" cy="298989"/>
          </a:xfrm>
        </p:grpSpPr>
        <p:sp>
          <p:nvSpPr>
            <p:cNvPr id="156" name="Oval 155"/>
            <p:cNvSpPr/>
            <p:nvPr/>
          </p:nvSpPr>
          <p:spPr>
            <a:xfrm>
              <a:off x="7764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7735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743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09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0" name="Person31"/>
          <p:cNvGrpSpPr/>
          <p:nvPr/>
        </p:nvGrpSpPr>
        <p:grpSpPr>
          <a:xfrm>
            <a:off x="7926228" y="2209800"/>
            <a:ext cx="122872" cy="298989"/>
            <a:chOff x="7926228" y="2209800"/>
            <a:chExt cx="122872" cy="298989"/>
          </a:xfrm>
        </p:grpSpPr>
        <p:sp>
          <p:nvSpPr>
            <p:cNvPr id="161" name="Oval 160"/>
            <p:cNvSpPr/>
            <p:nvPr/>
          </p:nvSpPr>
          <p:spPr>
            <a:xfrm>
              <a:off x="7954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7926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7934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7999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Person32"/>
          <p:cNvGrpSpPr/>
          <p:nvPr/>
        </p:nvGrpSpPr>
        <p:grpSpPr>
          <a:xfrm>
            <a:off x="8116728" y="2209800"/>
            <a:ext cx="122872" cy="298989"/>
            <a:chOff x="8116728" y="2209800"/>
            <a:chExt cx="122872" cy="298989"/>
          </a:xfrm>
        </p:grpSpPr>
        <p:sp>
          <p:nvSpPr>
            <p:cNvPr id="166" name="Oval 165"/>
            <p:cNvSpPr/>
            <p:nvPr/>
          </p:nvSpPr>
          <p:spPr>
            <a:xfrm>
              <a:off x="8145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Rounded Rectangle 166"/>
            <p:cNvSpPr/>
            <p:nvPr/>
          </p:nvSpPr>
          <p:spPr>
            <a:xfrm>
              <a:off x="8116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124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190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Person33"/>
          <p:cNvGrpSpPr/>
          <p:nvPr/>
        </p:nvGrpSpPr>
        <p:grpSpPr>
          <a:xfrm>
            <a:off x="8307228" y="2209800"/>
            <a:ext cx="122872" cy="298989"/>
            <a:chOff x="8307228" y="2209800"/>
            <a:chExt cx="122872" cy="298989"/>
          </a:xfrm>
        </p:grpSpPr>
        <p:sp>
          <p:nvSpPr>
            <p:cNvPr id="171" name="Oval 170"/>
            <p:cNvSpPr/>
            <p:nvPr/>
          </p:nvSpPr>
          <p:spPr>
            <a:xfrm>
              <a:off x="83358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8307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8315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8380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erson34"/>
          <p:cNvGrpSpPr/>
          <p:nvPr/>
        </p:nvGrpSpPr>
        <p:grpSpPr>
          <a:xfrm>
            <a:off x="8497728" y="2209800"/>
            <a:ext cx="122872" cy="298989"/>
            <a:chOff x="8497728" y="2209800"/>
            <a:chExt cx="122872" cy="298989"/>
          </a:xfrm>
        </p:grpSpPr>
        <p:sp>
          <p:nvSpPr>
            <p:cNvPr id="176" name="Oval 175"/>
            <p:cNvSpPr/>
            <p:nvPr/>
          </p:nvSpPr>
          <p:spPr>
            <a:xfrm>
              <a:off x="8526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Rounded Rectangle 176"/>
            <p:cNvSpPr/>
            <p:nvPr/>
          </p:nvSpPr>
          <p:spPr>
            <a:xfrm>
              <a:off x="8497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505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571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Person35"/>
          <p:cNvGrpSpPr/>
          <p:nvPr/>
        </p:nvGrpSpPr>
        <p:grpSpPr>
          <a:xfrm>
            <a:off x="8688228" y="2209800"/>
            <a:ext cx="122872" cy="298989"/>
            <a:chOff x="8688228" y="2209800"/>
            <a:chExt cx="122872" cy="298989"/>
          </a:xfrm>
        </p:grpSpPr>
        <p:sp>
          <p:nvSpPr>
            <p:cNvPr id="181" name="Oval 180"/>
            <p:cNvSpPr/>
            <p:nvPr/>
          </p:nvSpPr>
          <p:spPr>
            <a:xfrm>
              <a:off x="8716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8688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8696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8761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5" name="Person36"/>
          <p:cNvGrpSpPr/>
          <p:nvPr/>
        </p:nvGrpSpPr>
        <p:grpSpPr>
          <a:xfrm>
            <a:off x="8878728" y="2209800"/>
            <a:ext cx="122872" cy="298989"/>
            <a:chOff x="8878728" y="2209800"/>
            <a:chExt cx="122872" cy="298989"/>
          </a:xfrm>
        </p:grpSpPr>
        <p:sp>
          <p:nvSpPr>
            <p:cNvPr id="186" name="Oval 185"/>
            <p:cNvSpPr/>
            <p:nvPr/>
          </p:nvSpPr>
          <p:spPr>
            <a:xfrm>
              <a:off x="8907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ounded Rectangle 186"/>
            <p:cNvSpPr/>
            <p:nvPr/>
          </p:nvSpPr>
          <p:spPr>
            <a:xfrm>
              <a:off x="8878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886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8952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0" name="Person37"/>
          <p:cNvGrpSpPr/>
          <p:nvPr/>
        </p:nvGrpSpPr>
        <p:grpSpPr>
          <a:xfrm>
            <a:off x="9069228" y="2209800"/>
            <a:ext cx="122872" cy="298989"/>
            <a:chOff x="9069228" y="2209800"/>
            <a:chExt cx="122872" cy="298989"/>
          </a:xfrm>
        </p:grpSpPr>
        <p:sp>
          <p:nvSpPr>
            <p:cNvPr id="191" name="Oval 190"/>
            <p:cNvSpPr/>
            <p:nvPr/>
          </p:nvSpPr>
          <p:spPr>
            <a:xfrm>
              <a:off x="9097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9069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9077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142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5" name="Person38"/>
          <p:cNvGrpSpPr/>
          <p:nvPr/>
        </p:nvGrpSpPr>
        <p:grpSpPr>
          <a:xfrm>
            <a:off x="9259728" y="2209800"/>
            <a:ext cx="122872" cy="298989"/>
            <a:chOff x="9259728" y="2209800"/>
            <a:chExt cx="122872" cy="298989"/>
          </a:xfrm>
        </p:grpSpPr>
        <p:sp>
          <p:nvSpPr>
            <p:cNvPr id="196" name="Oval 195"/>
            <p:cNvSpPr/>
            <p:nvPr/>
          </p:nvSpPr>
          <p:spPr>
            <a:xfrm>
              <a:off x="9288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Rounded Rectangle 196"/>
            <p:cNvSpPr/>
            <p:nvPr/>
          </p:nvSpPr>
          <p:spPr>
            <a:xfrm>
              <a:off x="9259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9267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9333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0" name="Person39"/>
          <p:cNvGrpSpPr/>
          <p:nvPr/>
        </p:nvGrpSpPr>
        <p:grpSpPr>
          <a:xfrm>
            <a:off x="9450228" y="2209800"/>
            <a:ext cx="122872" cy="298989"/>
            <a:chOff x="9450228" y="2209800"/>
            <a:chExt cx="122872" cy="298989"/>
          </a:xfrm>
        </p:grpSpPr>
        <p:sp>
          <p:nvSpPr>
            <p:cNvPr id="201" name="Oval 200"/>
            <p:cNvSpPr/>
            <p:nvPr/>
          </p:nvSpPr>
          <p:spPr>
            <a:xfrm>
              <a:off x="9478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Rounded Rectangle 201"/>
            <p:cNvSpPr/>
            <p:nvPr/>
          </p:nvSpPr>
          <p:spPr>
            <a:xfrm>
              <a:off x="9450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9458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9523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5" name="Person40"/>
          <p:cNvGrpSpPr/>
          <p:nvPr/>
        </p:nvGrpSpPr>
        <p:grpSpPr>
          <a:xfrm>
            <a:off x="9640728" y="2209800"/>
            <a:ext cx="122872" cy="298989"/>
            <a:chOff x="9640728" y="2209800"/>
            <a:chExt cx="122872" cy="298989"/>
          </a:xfrm>
        </p:grpSpPr>
        <p:sp>
          <p:nvSpPr>
            <p:cNvPr id="206" name="Oval 205"/>
            <p:cNvSpPr/>
            <p:nvPr/>
          </p:nvSpPr>
          <p:spPr>
            <a:xfrm>
              <a:off x="9669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Rounded Rectangle 206"/>
            <p:cNvSpPr/>
            <p:nvPr/>
          </p:nvSpPr>
          <p:spPr>
            <a:xfrm>
              <a:off x="9640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648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9714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Person41"/>
          <p:cNvGrpSpPr/>
          <p:nvPr/>
        </p:nvGrpSpPr>
        <p:grpSpPr>
          <a:xfrm>
            <a:off x="9831228" y="2209800"/>
            <a:ext cx="122872" cy="298989"/>
            <a:chOff x="9831228" y="2209800"/>
            <a:chExt cx="122872" cy="298989"/>
          </a:xfrm>
        </p:grpSpPr>
        <p:sp>
          <p:nvSpPr>
            <p:cNvPr id="211" name="Oval 210"/>
            <p:cNvSpPr/>
            <p:nvPr/>
          </p:nvSpPr>
          <p:spPr>
            <a:xfrm>
              <a:off x="9859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ounded Rectangle 211"/>
            <p:cNvSpPr/>
            <p:nvPr/>
          </p:nvSpPr>
          <p:spPr>
            <a:xfrm>
              <a:off x="9831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9839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9904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Person42"/>
          <p:cNvGrpSpPr/>
          <p:nvPr/>
        </p:nvGrpSpPr>
        <p:grpSpPr>
          <a:xfrm>
            <a:off x="10021728" y="2209800"/>
            <a:ext cx="122872" cy="298989"/>
            <a:chOff x="10021728" y="2209800"/>
            <a:chExt cx="122872" cy="298989"/>
          </a:xfrm>
        </p:grpSpPr>
        <p:sp>
          <p:nvSpPr>
            <p:cNvPr id="216" name="Oval 215"/>
            <p:cNvSpPr/>
            <p:nvPr/>
          </p:nvSpPr>
          <p:spPr>
            <a:xfrm>
              <a:off x="10050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ounded Rectangle 216"/>
            <p:cNvSpPr/>
            <p:nvPr/>
          </p:nvSpPr>
          <p:spPr>
            <a:xfrm>
              <a:off x="10021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0029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0095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0" name="Person43"/>
          <p:cNvGrpSpPr/>
          <p:nvPr/>
        </p:nvGrpSpPr>
        <p:grpSpPr>
          <a:xfrm>
            <a:off x="10212228" y="2209800"/>
            <a:ext cx="122872" cy="298989"/>
            <a:chOff x="10212228" y="2209800"/>
            <a:chExt cx="122872" cy="298989"/>
          </a:xfrm>
        </p:grpSpPr>
        <p:sp>
          <p:nvSpPr>
            <p:cNvPr id="221" name="Oval 220"/>
            <p:cNvSpPr/>
            <p:nvPr/>
          </p:nvSpPr>
          <p:spPr>
            <a:xfrm>
              <a:off x="10240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Rounded Rectangle 221"/>
            <p:cNvSpPr/>
            <p:nvPr/>
          </p:nvSpPr>
          <p:spPr>
            <a:xfrm>
              <a:off x="10212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0220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0285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5" name="Person44"/>
          <p:cNvGrpSpPr/>
          <p:nvPr/>
        </p:nvGrpSpPr>
        <p:grpSpPr>
          <a:xfrm>
            <a:off x="10402728" y="2209800"/>
            <a:ext cx="122872" cy="298989"/>
            <a:chOff x="10402728" y="2209800"/>
            <a:chExt cx="122872" cy="298989"/>
          </a:xfrm>
        </p:grpSpPr>
        <p:sp>
          <p:nvSpPr>
            <p:cNvPr id="226" name="Oval 225"/>
            <p:cNvSpPr/>
            <p:nvPr/>
          </p:nvSpPr>
          <p:spPr>
            <a:xfrm>
              <a:off x="10431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Rounded Rectangle 226"/>
            <p:cNvSpPr/>
            <p:nvPr/>
          </p:nvSpPr>
          <p:spPr>
            <a:xfrm>
              <a:off x="10402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10410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10476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0" name="Person45"/>
          <p:cNvGrpSpPr/>
          <p:nvPr/>
        </p:nvGrpSpPr>
        <p:grpSpPr>
          <a:xfrm>
            <a:off x="10593228" y="2209800"/>
            <a:ext cx="122872" cy="298989"/>
            <a:chOff x="10593228" y="2209800"/>
            <a:chExt cx="122872" cy="298989"/>
          </a:xfrm>
        </p:grpSpPr>
        <p:sp>
          <p:nvSpPr>
            <p:cNvPr id="231" name="Oval 230"/>
            <p:cNvSpPr/>
            <p:nvPr/>
          </p:nvSpPr>
          <p:spPr>
            <a:xfrm>
              <a:off x="1062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1059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1060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1066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5" name="Person46"/>
          <p:cNvGrpSpPr/>
          <p:nvPr/>
        </p:nvGrpSpPr>
        <p:grpSpPr>
          <a:xfrm>
            <a:off x="10783728" y="2209800"/>
            <a:ext cx="122872" cy="298989"/>
            <a:chOff x="10783728" y="2209800"/>
            <a:chExt cx="122872" cy="298989"/>
          </a:xfrm>
        </p:grpSpPr>
        <p:sp>
          <p:nvSpPr>
            <p:cNvPr id="236" name="Oval 235"/>
            <p:cNvSpPr/>
            <p:nvPr/>
          </p:nvSpPr>
          <p:spPr>
            <a:xfrm>
              <a:off x="10812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Rounded Rectangle 236"/>
            <p:cNvSpPr/>
            <p:nvPr/>
          </p:nvSpPr>
          <p:spPr>
            <a:xfrm>
              <a:off x="1078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1079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1085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Person47"/>
          <p:cNvGrpSpPr/>
          <p:nvPr/>
        </p:nvGrpSpPr>
        <p:grpSpPr>
          <a:xfrm>
            <a:off x="10974228" y="2209800"/>
            <a:ext cx="122872" cy="298989"/>
            <a:chOff x="10974228" y="2209800"/>
            <a:chExt cx="122872" cy="298989"/>
          </a:xfrm>
        </p:grpSpPr>
        <p:sp>
          <p:nvSpPr>
            <p:cNvPr id="241" name="Oval 240"/>
            <p:cNvSpPr/>
            <p:nvPr/>
          </p:nvSpPr>
          <p:spPr>
            <a:xfrm>
              <a:off x="1100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Rounded Rectangle 241"/>
            <p:cNvSpPr/>
            <p:nvPr/>
          </p:nvSpPr>
          <p:spPr>
            <a:xfrm>
              <a:off x="1097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1098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1104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5" name="Person48"/>
          <p:cNvGrpSpPr/>
          <p:nvPr/>
        </p:nvGrpSpPr>
        <p:grpSpPr>
          <a:xfrm>
            <a:off x="11164728" y="2209800"/>
            <a:ext cx="122872" cy="298989"/>
            <a:chOff x="11164728" y="2209800"/>
            <a:chExt cx="122872" cy="298989"/>
          </a:xfrm>
        </p:grpSpPr>
        <p:sp>
          <p:nvSpPr>
            <p:cNvPr id="246" name="Oval 245"/>
            <p:cNvSpPr/>
            <p:nvPr/>
          </p:nvSpPr>
          <p:spPr>
            <a:xfrm>
              <a:off x="1119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Rounded Rectangle 246"/>
            <p:cNvSpPr/>
            <p:nvPr/>
          </p:nvSpPr>
          <p:spPr>
            <a:xfrm>
              <a:off x="1116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117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123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Person49"/>
          <p:cNvGrpSpPr/>
          <p:nvPr/>
        </p:nvGrpSpPr>
        <p:grpSpPr>
          <a:xfrm>
            <a:off x="11355228" y="2209800"/>
            <a:ext cx="122872" cy="298989"/>
            <a:chOff x="11355228" y="2209800"/>
            <a:chExt cx="122872" cy="298989"/>
          </a:xfrm>
        </p:grpSpPr>
        <p:sp>
          <p:nvSpPr>
            <p:cNvPr id="251" name="Oval 250"/>
            <p:cNvSpPr/>
            <p:nvPr/>
          </p:nvSpPr>
          <p:spPr>
            <a:xfrm>
              <a:off x="1138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Rounded Rectangle 251"/>
            <p:cNvSpPr/>
            <p:nvPr/>
          </p:nvSpPr>
          <p:spPr>
            <a:xfrm>
              <a:off x="1135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136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42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5" name="Person50"/>
          <p:cNvGrpSpPr/>
          <p:nvPr/>
        </p:nvGrpSpPr>
        <p:grpSpPr>
          <a:xfrm>
            <a:off x="6783228" y="2609850"/>
            <a:ext cx="122872" cy="298989"/>
            <a:chOff x="6783228" y="2609850"/>
            <a:chExt cx="122872" cy="298989"/>
          </a:xfrm>
        </p:grpSpPr>
        <p:sp>
          <p:nvSpPr>
            <p:cNvPr id="256" name="Oval 255"/>
            <p:cNvSpPr/>
            <p:nvPr/>
          </p:nvSpPr>
          <p:spPr>
            <a:xfrm>
              <a:off x="681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ounded Rectangle 256"/>
            <p:cNvSpPr/>
            <p:nvPr/>
          </p:nvSpPr>
          <p:spPr>
            <a:xfrm>
              <a:off x="678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679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685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Person51"/>
          <p:cNvGrpSpPr/>
          <p:nvPr/>
        </p:nvGrpSpPr>
        <p:grpSpPr>
          <a:xfrm>
            <a:off x="6973728" y="2609850"/>
            <a:ext cx="122872" cy="298989"/>
            <a:chOff x="6973728" y="2609850"/>
            <a:chExt cx="122872" cy="298989"/>
          </a:xfrm>
        </p:grpSpPr>
        <p:sp>
          <p:nvSpPr>
            <p:cNvPr id="261" name="Oval 260"/>
            <p:cNvSpPr/>
            <p:nvPr/>
          </p:nvSpPr>
          <p:spPr>
            <a:xfrm>
              <a:off x="7002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ounded Rectangle 261"/>
            <p:cNvSpPr/>
            <p:nvPr/>
          </p:nvSpPr>
          <p:spPr>
            <a:xfrm>
              <a:off x="697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698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704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5" name="Person52"/>
          <p:cNvGrpSpPr/>
          <p:nvPr/>
        </p:nvGrpSpPr>
        <p:grpSpPr>
          <a:xfrm>
            <a:off x="7164228" y="2609850"/>
            <a:ext cx="122872" cy="298989"/>
            <a:chOff x="7164228" y="2609850"/>
            <a:chExt cx="122872" cy="298989"/>
          </a:xfrm>
        </p:grpSpPr>
        <p:sp>
          <p:nvSpPr>
            <p:cNvPr id="266" name="Oval 265"/>
            <p:cNvSpPr/>
            <p:nvPr/>
          </p:nvSpPr>
          <p:spPr>
            <a:xfrm>
              <a:off x="719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ounded Rectangle 266"/>
            <p:cNvSpPr/>
            <p:nvPr/>
          </p:nvSpPr>
          <p:spPr>
            <a:xfrm>
              <a:off x="716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717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723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0" name="Person53"/>
          <p:cNvGrpSpPr/>
          <p:nvPr/>
        </p:nvGrpSpPr>
        <p:grpSpPr>
          <a:xfrm>
            <a:off x="7354728" y="2609850"/>
            <a:ext cx="122872" cy="298989"/>
            <a:chOff x="7354728" y="2609850"/>
            <a:chExt cx="122872" cy="298989"/>
          </a:xfrm>
        </p:grpSpPr>
        <p:sp>
          <p:nvSpPr>
            <p:cNvPr id="271" name="Oval 270"/>
            <p:cNvSpPr/>
            <p:nvPr/>
          </p:nvSpPr>
          <p:spPr>
            <a:xfrm>
              <a:off x="738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Rounded Rectangle 271"/>
            <p:cNvSpPr/>
            <p:nvPr/>
          </p:nvSpPr>
          <p:spPr>
            <a:xfrm>
              <a:off x="735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736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42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5" name="Person54"/>
          <p:cNvGrpSpPr/>
          <p:nvPr/>
        </p:nvGrpSpPr>
        <p:grpSpPr>
          <a:xfrm>
            <a:off x="7545228" y="2609850"/>
            <a:ext cx="122872" cy="298989"/>
            <a:chOff x="7545228" y="2609850"/>
            <a:chExt cx="122872" cy="298989"/>
          </a:xfrm>
        </p:grpSpPr>
        <p:sp>
          <p:nvSpPr>
            <p:cNvPr id="276" name="Oval 275"/>
            <p:cNvSpPr/>
            <p:nvPr/>
          </p:nvSpPr>
          <p:spPr>
            <a:xfrm>
              <a:off x="757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ounded Rectangle 276"/>
            <p:cNvSpPr/>
            <p:nvPr/>
          </p:nvSpPr>
          <p:spPr>
            <a:xfrm>
              <a:off x="754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755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761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0" name="Person55"/>
          <p:cNvGrpSpPr/>
          <p:nvPr/>
        </p:nvGrpSpPr>
        <p:grpSpPr>
          <a:xfrm>
            <a:off x="7735728" y="2609850"/>
            <a:ext cx="122872" cy="298989"/>
            <a:chOff x="7735728" y="2609850"/>
            <a:chExt cx="122872" cy="298989"/>
          </a:xfrm>
        </p:grpSpPr>
        <p:sp>
          <p:nvSpPr>
            <p:cNvPr id="281" name="Oval 280"/>
            <p:cNvSpPr/>
            <p:nvPr/>
          </p:nvSpPr>
          <p:spPr>
            <a:xfrm>
              <a:off x="7764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unded Rectangle 281"/>
            <p:cNvSpPr/>
            <p:nvPr/>
          </p:nvSpPr>
          <p:spPr>
            <a:xfrm>
              <a:off x="7735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7743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7809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5" name="Person56"/>
          <p:cNvGrpSpPr/>
          <p:nvPr/>
        </p:nvGrpSpPr>
        <p:grpSpPr>
          <a:xfrm>
            <a:off x="7926228" y="2609850"/>
            <a:ext cx="122872" cy="298989"/>
            <a:chOff x="7926228" y="2609850"/>
            <a:chExt cx="122872" cy="298989"/>
          </a:xfrm>
        </p:grpSpPr>
        <p:sp>
          <p:nvSpPr>
            <p:cNvPr id="286" name="Oval 285"/>
            <p:cNvSpPr/>
            <p:nvPr/>
          </p:nvSpPr>
          <p:spPr>
            <a:xfrm>
              <a:off x="7954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Rounded Rectangle 286"/>
            <p:cNvSpPr/>
            <p:nvPr/>
          </p:nvSpPr>
          <p:spPr>
            <a:xfrm>
              <a:off x="7926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7934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7999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0" name="Person57"/>
          <p:cNvGrpSpPr/>
          <p:nvPr/>
        </p:nvGrpSpPr>
        <p:grpSpPr>
          <a:xfrm>
            <a:off x="8116728" y="2609850"/>
            <a:ext cx="122872" cy="298989"/>
            <a:chOff x="8116728" y="2609850"/>
            <a:chExt cx="122872" cy="298989"/>
          </a:xfrm>
        </p:grpSpPr>
        <p:sp>
          <p:nvSpPr>
            <p:cNvPr id="291" name="Oval 290"/>
            <p:cNvSpPr/>
            <p:nvPr/>
          </p:nvSpPr>
          <p:spPr>
            <a:xfrm>
              <a:off x="8145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ounded Rectangle 291"/>
            <p:cNvSpPr/>
            <p:nvPr/>
          </p:nvSpPr>
          <p:spPr>
            <a:xfrm>
              <a:off x="8116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8124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8190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5" name="Person58"/>
          <p:cNvGrpSpPr/>
          <p:nvPr/>
        </p:nvGrpSpPr>
        <p:grpSpPr>
          <a:xfrm>
            <a:off x="8307228" y="2609850"/>
            <a:ext cx="122872" cy="298989"/>
            <a:chOff x="8307228" y="2609850"/>
            <a:chExt cx="122872" cy="298989"/>
          </a:xfrm>
        </p:grpSpPr>
        <p:sp>
          <p:nvSpPr>
            <p:cNvPr id="296" name="Oval 295"/>
            <p:cNvSpPr/>
            <p:nvPr/>
          </p:nvSpPr>
          <p:spPr>
            <a:xfrm>
              <a:off x="83358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ounded Rectangle 296"/>
            <p:cNvSpPr/>
            <p:nvPr/>
          </p:nvSpPr>
          <p:spPr>
            <a:xfrm>
              <a:off x="8307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8315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8380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0" name="Person59"/>
          <p:cNvGrpSpPr/>
          <p:nvPr/>
        </p:nvGrpSpPr>
        <p:grpSpPr>
          <a:xfrm>
            <a:off x="8497728" y="2609850"/>
            <a:ext cx="122872" cy="298989"/>
            <a:chOff x="8497728" y="2609850"/>
            <a:chExt cx="122872" cy="298989"/>
          </a:xfrm>
        </p:grpSpPr>
        <p:sp>
          <p:nvSpPr>
            <p:cNvPr id="301" name="Oval 300"/>
            <p:cNvSpPr/>
            <p:nvPr/>
          </p:nvSpPr>
          <p:spPr>
            <a:xfrm>
              <a:off x="8526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Rounded Rectangle 301"/>
            <p:cNvSpPr/>
            <p:nvPr/>
          </p:nvSpPr>
          <p:spPr>
            <a:xfrm>
              <a:off x="8497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8505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8571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5" name="Person60"/>
          <p:cNvGrpSpPr/>
          <p:nvPr/>
        </p:nvGrpSpPr>
        <p:grpSpPr>
          <a:xfrm>
            <a:off x="8688228" y="2609850"/>
            <a:ext cx="122872" cy="298989"/>
            <a:chOff x="8688228" y="2609850"/>
            <a:chExt cx="122872" cy="298989"/>
          </a:xfrm>
        </p:grpSpPr>
        <p:sp>
          <p:nvSpPr>
            <p:cNvPr id="306" name="Oval 305"/>
            <p:cNvSpPr/>
            <p:nvPr/>
          </p:nvSpPr>
          <p:spPr>
            <a:xfrm>
              <a:off x="8716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ounded Rectangle 306"/>
            <p:cNvSpPr/>
            <p:nvPr/>
          </p:nvSpPr>
          <p:spPr>
            <a:xfrm>
              <a:off x="8688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8696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8761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0" name="Person61"/>
          <p:cNvGrpSpPr/>
          <p:nvPr/>
        </p:nvGrpSpPr>
        <p:grpSpPr>
          <a:xfrm>
            <a:off x="8878728" y="2609850"/>
            <a:ext cx="122872" cy="298989"/>
            <a:chOff x="8878728" y="2609850"/>
            <a:chExt cx="122872" cy="298989"/>
          </a:xfrm>
        </p:grpSpPr>
        <p:sp>
          <p:nvSpPr>
            <p:cNvPr id="311" name="Oval 310"/>
            <p:cNvSpPr/>
            <p:nvPr/>
          </p:nvSpPr>
          <p:spPr>
            <a:xfrm>
              <a:off x="8907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Rounded Rectangle 311"/>
            <p:cNvSpPr/>
            <p:nvPr/>
          </p:nvSpPr>
          <p:spPr>
            <a:xfrm>
              <a:off x="8878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8886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8952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5" name="Person62"/>
          <p:cNvGrpSpPr/>
          <p:nvPr/>
        </p:nvGrpSpPr>
        <p:grpSpPr>
          <a:xfrm>
            <a:off x="9069228" y="2609850"/>
            <a:ext cx="122872" cy="298989"/>
            <a:chOff x="9069228" y="2609850"/>
            <a:chExt cx="122872" cy="298989"/>
          </a:xfrm>
        </p:grpSpPr>
        <p:sp>
          <p:nvSpPr>
            <p:cNvPr id="316" name="Oval 315"/>
            <p:cNvSpPr/>
            <p:nvPr/>
          </p:nvSpPr>
          <p:spPr>
            <a:xfrm>
              <a:off x="9097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Rounded Rectangle 316"/>
            <p:cNvSpPr/>
            <p:nvPr/>
          </p:nvSpPr>
          <p:spPr>
            <a:xfrm>
              <a:off x="9069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angle 317"/>
            <p:cNvSpPr/>
            <p:nvPr/>
          </p:nvSpPr>
          <p:spPr>
            <a:xfrm>
              <a:off x="9077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9142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0" name="Person63"/>
          <p:cNvGrpSpPr/>
          <p:nvPr/>
        </p:nvGrpSpPr>
        <p:grpSpPr>
          <a:xfrm>
            <a:off x="9259728" y="2609850"/>
            <a:ext cx="122872" cy="298989"/>
            <a:chOff x="9259728" y="2609850"/>
            <a:chExt cx="122872" cy="298989"/>
          </a:xfrm>
        </p:grpSpPr>
        <p:sp>
          <p:nvSpPr>
            <p:cNvPr id="321" name="Oval 320"/>
            <p:cNvSpPr/>
            <p:nvPr/>
          </p:nvSpPr>
          <p:spPr>
            <a:xfrm>
              <a:off x="9288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Rounded Rectangle 321"/>
            <p:cNvSpPr/>
            <p:nvPr/>
          </p:nvSpPr>
          <p:spPr>
            <a:xfrm>
              <a:off x="9259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9267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9333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5" name="Person64"/>
          <p:cNvGrpSpPr/>
          <p:nvPr/>
        </p:nvGrpSpPr>
        <p:grpSpPr>
          <a:xfrm>
            <a:off x="9450228" y="2609850"/>
            <a:ext cx="122872" cy="298989"/>
            <a:chOff x="9450228" y="2609850"/>
            <a:chExt cx="122872" cy="298989"/>
          </a:xfrm>
        </p:grpSpPr>
        <p:sp>
          <p:nvSpPr>
            <p:cNvPr id="326" name="Oval 325"/>
            <p:cNvSpPr/>
            <p:nvPr/>
          </p:nvSpPr>
          <p:spPr>
            <a:xfrm>
              <a:off x="9478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Rounded Rectangle 326"/>
            <p:cNvSpPr/>
            <p:nvPr/>
          </p:nvSpPr>
          <p:spPr>
            <a:xfrm>
              <a:off x="9450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9458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9523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0" name="Person65"/>
          <p:cNvGrpSpPr/>
          <p:nvPr/>
        </p:nvGrpSpPr>
        <p:grpSpPr>
          <a:xfrm>
            <a:off x="9640728" y="2609850"/>
            <a:ext cx="122872" cy="298989"/>
            <a:chOff x="9640728" y="2609850"/>
            <a:chExt cx="122872" cy="298989"/>
          </a:xfrm>
        </p:grpSpPr>
        <p:sp>
          <p:nvSpPr>
            <p:cNvPr id="331" name="Oval 330"/>
            <p:cNvSpPr/>
            <p:nvPr/>
          </p:nvSpPr>
          <p:spPr>
            <a:xfrm>
              <a:off x="9669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Rounded Rectangle 331"/>
            <p:cNvSpPr/>
            <p:nvPr/>
          </p:nvSpPr>
          <p:spPr>
            <a:xfrm>
              <a:off x="9640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9648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9714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5" name="Person66"/>
          <p:cNvGrpSpPr/>
          <p:nvPr/>
        </p:nvGrpSpPr>
        <p:grpSpPr>
          <a:xfrm>
            <a:off x="9831228" y="2609850"/>
            <a:ext cx="122872" cy="298989"/>
            <a:chOff x="9831228" y="2609850"/>
            <a:chExt cx="122872" cy="298989"/>
          </a:xfrm>
        </p:grpSpPr>
        <p:sp>
          <p:nvSpPr>
            <p:cNvPr id="336" name="Oval 335"/>
            <p:cNvSpPr/>
            <p:nvPr/>
          </p:nvSpPr>
          <p:spPr>
            <a:xfrm>
              <a:off x="9859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Rounded Rectangle 336"/>
            <p:cNvSpPr/>
            <p:nvPr/>
          </p:nvSpPr>
          <p:spPr>
            <a:xfrm>
              <a:off x="9831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9839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9904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0" name="Person67"/>
          <p:cNvGrpSpPr/>
          <p:nvPr/>
        </p:nvGrpSpPr>
        <p:grpSpPr>
          <a:xfrm>
            <a:off x="10021728" y="2609850"/>
            <a:ext cx="122872" cy="298989"/>
            <a:chOff x="10021728" y="2609850"/>
            <a:chExt cx="122872" cy="298989"/>
          </a:xfrm>
        </p:grpSpPr>
        <p:sp>
          <p:nvSpPr>
            <p:cNvPr id="341" name="Oval 340"/>
            <p:cNvSpPr/>
            <p:nvPr/>
          </p:nvSpPr>
          <p:spPr>
            <a:xfrm>
              <a:off x="10050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Rounded Rectangle 341"/>
            <p:cNvSpPr/>
            <p:nvPr/>
          </p:nvSpPr>
          <p:spPr>
            <a:xfrm>
              <a:off x="10021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10029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10095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5" name="Person68"/>
          <p:cNvGrpSpPr/>
          <p:nvPr/>
        </p:nvGrpSpPr>
        <p:grpSpPr>
          <a:xfrm>
            <a:off x="10212228" y="2609850"/>
            <a:ext cx="122872" cy="298989"/>
            <a:chOff x="10212228" y="2609850"/>
            <a:chExt cx="122872" cy="298989"/>
          </a:xfrm>
        </p:grpSpPr>
        <p:sp>
          <p:nvSpPr>
            <p:cNvPr id="346" name="Oval 345"/>
            <p:cNvSpPr/>
            <p:nvPr/>
          </p:nvSpPr>
          <p:spPr>
            <a:xfrm>
              <a:off x="10240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Rounded Rectangle 346"/>
            <p:cNvSpPr/>
            <p:nvPr/>
          </p:nvSpPr>
          <p:spPr>
            <a:xfrm>
              <a:off x="10212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10220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10285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0" name="Person69"/>
          <p:cNvGrpSpPr/>
          <p:nvPr/>
        </p:nvGrpSpPr>
        <p:grpSpPr>
          <a:xfrm>
            <a:off x="10402728" y="2609850"/>
            <a:ext cx="122872" cy="298989"/>
            <a:chOff x="10402728" y="2609850"/>
            <a:chExt cx="122872" cy="298989"/>
          </a:xfrm>
        </p:grpSpPr>
        <p:sp>
          <p:nvSpPr>
            <p:cNvPr id="351" name="Oval 350"/>
            <p:cNvSpPr/>
            <p:nvPr/>
          </p:nvSpPr>
          <p:spPr>
            <a:xfrm>
              <a:off x="10431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Rounded Rectangle 351"/>
            <p:cNvSpPr/>
            <p:nvPr/>
          </p:nvSpPr>
          <p:spPr>
            <a:xfrm>
              <a:off x="10402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10410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10476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5" name="Person70"/>
          <p:cNvGrpSpPr/>
          <p:nvPr/>
        </p:nvGrpSpPr>
        <p:grpSpPr>
          <a:xfrm>
            <a:off x="10593228" y="2609850"/>
            <a:ext cx="122872" cy="298989"/>
            <a:chOff x="10593228" y="2609850"/>
            <a:chExt cx="122872" cy="298989"/>
          </a:xfrm>
        </p:grpSpPr>
        <p:sp>
          <p:nvSpPr>
            <p:cNvPr id="356" name="Oval 355"/>
            <p:cNvSpPr/>
            <p:nvPr/>
          </p:nvSpPr>
          <p:spPr>
            <a:xfrm>
              <a:off x="1062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Rounded Rectangle 356"/>
            <p:cNvSpPr/>
            <p:nvPr/>
          </p:nvSpPr>
          <p:spPr>
            <a:xfrm>
              <a:off x="1059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1060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1066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Person71"/>
          <p:cNvGrpSpPr/>
          <p:nvPr/>
        </p:nvGrpSpPr>
        <p:grpSpPr>
          <a:xfrm>
            <a:off x="10783728" y="2609850"/>
            <a:ext cx="122872" cy="298989"/>
            <a:chOff x="10783728" y="2609850"/>
            <a:chExt cx="122872" cy="298989"/>
          </a:xfrm>
        </p:grpSpPr>
        <p:sp>
          <p:nvSpPr>
            <p:cNvPr id="361" name="Oval 360"/>
            <p:cNvSpPr/>
            <p:nvPr/>
          </p:nvSpPr>
          <p:spPr>
            <a:xfrm>
              <a:off x="10812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Rounded Rectangle 361"/>
            <p:cNvSpPr/>
            <p:nvPr/>
          </p:nvSpPr>
          <p:spPr>
            <a:xfrm>
              <a:off x="1078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1079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1085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5" name="Person72"/>
          <p:cNvGrpSpPr/>
          <p:nvPr/>
        </p:nvGrpSpPr>
        <p:grpSpPr>
          <a:xfrm>
            <a:off x="10974228" y="2609850"/>
            <a:ext cx="122872" cy="298989"/>
            <a:chOff x="10974228" y="2609850"/>
            <a:chExt cx="122872" cy="298989"/>
          </a:xfrm>
        </p:grpSpPr>
        <p:sp>
          <p:nvSpPr>
            <p:cNvPr id="366" name="Oval 365"/>
            <p:cNvSpPr/>
            <p:nvPr/>
          </p:nvSpPr>
          <p:spPr>
            <a:xfrm>
              <a:off x="1100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Rounded Rectangle 366"/>
            <p:cNvSpPr/>
            <p:nvPr/>
          </p:nvSpPr>
          <p:spPr>
            <a:xfrm>
              <a:off x="1097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1098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1104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0" name="Person73"/>
          <p:cNvGrpSpPr/>
          <p:nvPr/>
        </p:nvGrpSpPr>
        <p:grpSpPr>
          <a:xfrm>
            <a:off x="11164728" y="2609850"/>
            <a:ext cx="122872" cy="298989"/>
            <a:chOff x="11164728" y="2609850"/>
            <a:chExt cx="122872" cy="298989"/>
          </a:xfrm>
        </p:grpSpPr>
        <p:sp>
          <p:nvSpPr>
            <p:cNvPr id="371" name="Oval 370"/>
            <p:cNvSpPr/>
            <p:nvPr/>
          </p:nvSpPr>
          <p:spPr>
            <a:xfrm>
              <a:off x="1119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Rounded Rectangle 371"/>
            <p:cNvSpPr/>
            <p:nvPr/>
          </p:nvSpPr>
          <p:spPr>
            <a:xfrm>
              <a:off x="1116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1117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1123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5" name="Person74"/>
          <p:cNvGrpSpPr/>
          <p:nvPr/>
        </p:nvGrpSpPr>
        <p:grpSpPr>
          <a:xfrm>
            <a:off x="11355228" y="2609850"/>
            <a:ext cx="122872" cy="298989"/>
            <a:chOff x="11355228" y="2609850"/>
            <a:chExt cx="122872" cy="298989"/>
          </a:xfrm>
        </p:grpSpPr>
        <p:sp>
          <p:nvSpPr>
            <p:cNvPr id="376" name="Oval 375"/>
            <p:cNvSpPr/>
            <p:nvPr/>
          </p:nvSpPr>
          <p:spPr>
            <a:xfrm>
              <a:off x="1138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Rounded Rectangle 376"/>
            <p:cNvSpPr/>
            <p:nvPr/>
          </p:nvSpPr>
          <p:spPr>
            <a:xfrm>
              <a:off x="1135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1136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1142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0" name="Person75"/>
          <p:cNvGrpSpPr/>
          <p:nvPr/>
        </p:nvGrpSpPr>
        <p:grpSpPr>
          <a:xfrm>
            <a:off x="6783228" y="3009900"/>
            <a:ext cx="122872" cy="298989"/>
            <a:chOff x="6783228" y="3009900"/>
            <a:chExt cx="122872" cy="298989"/>
          </a:xfrm>
        </p:grpSpPr>
        <p:sp>
          <p:nvSpPr>
            <p:cNvPr id="381" name="Oval 380"/>
            <p:cNvSpPr/>
            <p:nvPr/>
          </p:nvSpPr>
          <p:spPr>
            <a:xfrm>
              <a:off x="681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678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679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685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Person76"/>
          <p:cNvGrpSpPr/>
          <p:nvPr/>
        </p:nvGrpSpPr>
        <p:grpSpPr>
          <a:xfrm>
            <a:off x="6973728" y="3009900"/>
            <a:ext cx="122872" cy="298989"/>
            <a:chOff x="6973728" y="3009900"/>
            <a:chExt cx="122872" cy="298989"/>
          </a:xfrm>
        </p:grpSpPr>
        <p:sp>
          <p:nvSpPr>
            <p:cNvPr id="386" name="Oval 385"/>
            <p:cNvSpPr/>
            <p:nvPr/>
          </p:nvSpPr>
          <p:spPr>
            <a:xfrm>
              <a:off x="7002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Rounded Rectangle 386"/>
            <p:cNvSpPr/>
            <p:nvPr/>
          </p:nvSpPr>
          <p:spPr>
            <a:xfrm>
              <a:off x="697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698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704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0" name="Person77"/>
          <p:cNvGrpSpPr/>
          <p:nvPr/>
        </p:nvGrpSpPr>
        <p:grpSpPr>
          <a:xfrm>
            <a:off x="7164228" y="3009900"/>
            <a:ext cx="122872" cy="298989"/>
            <a:chOff x="7164228" y="3009900"/>
            <a:chExt cx="122872" cy="298989"/>
          </a:xfrm>
        </p:grpSpPr>
        <p:sp>
          <p:nvSpPr>
            <p:cNvPr id="391" name="Oval 390"/>
            <p:cNvSpPr/>
            <p:nvPr/>
          </p:nvSpPr>
          <p:spPr>
            <a:xfrm>
              <a:off x="719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Rounded Rectangle 391"/>
            <p:cNvSpPr/>
            <p:nvPr/>
          </p:nvSpPr>
          <p:spPr>
            <a:xfrm>
              <a:off x="716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717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723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5" name="Person78"/>
          <p:cNvGrpSpPr/>
          <p:nvPr/>
        </p:nvGrpSpPr>
        <p:grpSpPr>
          <a:xfrm>
            <a:off x="7354728" y="3009900"/>
            <a:ext cx="122872" cy="298989"/>
            <a:chOff x="7354728" y="3009900"/>
            <a:chExt cx="122872" cy="298989"/>
          </a:xfrm>
        </p:grpSpPr>
        <p:sp>
          <p:nvSpPr>
            <p:cNvPr id="396" name="Oval 395"/>
            <p:cNvSpPr/>
            <p:nvPr/>
          </p:nvSpPr>
          <p:spPr>
            <a:xfrm>
              <a:off x="738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Rounded Rectangle 396"/>
            <p:cNvSpPr/>
            <p:nvPr/>
          </p:nvSpPr>
          <p:spPr>
            <a:xfrm>
              <a:off x="735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736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742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0" name="Person79"/>
          <p:cNvGrpSpPr/>
          <p:nvPr/>
        </p:nvGrpSpPr>
        <p:grpSpPr>
          <a:xfrm>
            <a:off x="7545228" y="3009900"/>
            <a:ext cx="122872" cy="298989"/>
            <a:chOff x="7545228" y="3009900"/>
            <a:chExt cx="122872" cy="298989"/>
          </a:xfrm>
        </p:grpSpPr>
        <p:sp>
          <p:nvSpPr>
            <p:cNvPr id="401" name="Oval 400"/>
            <p:cNvSpPr/>
            <p:nvPr/>
          </p:nvSpPr>
          <p:spPr>
            <a:xfrm>
              <a:off x="757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Rounded Rectangle 401"/>
            <p:cNvSpPr/>
            <p:nvPr/>
          </p:nvSpPr>
          <p:spPr>
            <a:xfrm>
              <a:off x="754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755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761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Person80"/>
          <p:cNvGrpSpPr/>
          <p:nvPr/>
        </p:nvGrpSpPr>
        <p:grpSpPr>
          <a:xfrm>
            <a:off x="7735728" y="3009900"/>
            <a:ext cx="122872" cy="298989"/>
            <a:chOff x="7735728" y="3009900"/>
            <a:chExt cx="122872" cy="298989"/>
          </a:xfrm>
        </p:grpSpPr>
        <p:sp>
          <p:nvSpPr>
            <p:cNvPr id="406" name="Oval 405"/>
            <p:cNvSpPr/>
            <p:nvPr/>
          </p:nvSpPr>
          <p:spPr>
            <a:xfrm>
              <a:off x="7764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Rounded Rectangle 406"/>
            <p:cNvSpPr/>
            <p:nvPr/>
          </p:nvSpPr>
          <p:spPr>
            <a:xfrm>
              <a:off x="7735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7743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7809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0" name="Person81"/>
          <p:cNvGrpSpPr/>
          <p:nvPr/>
        </p:nvGrpSpPr>
        <p:grpSpPr>
          <a:xfrm>
            <a:off x="7926228" y="3009900"/>
            <a:ext cx="122872" cy="298989"/>
            <a:chOff x="7926228" y="3009900"/>
            <a:chExt cx="122872" cy="298989"/>
          </a:xfrm>
        </p:grpSpPr>
        <p:sp>
          <p:nvSpPr>
            <p:cNvPr id="411" name="Oval 410"/>
            <p:cNvSpPr/>
            <p:nvPr/>
          </p:nvSpPr>
          <p:spPr>
            <a:xfrm>
              <a:off x="7954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Rounded Rectangle 411"/>
            <p:cNvSpPr/>
            <p:nvPr/>
          </p:nvSpPr>
          <p:spPr>
            <a:xfrm>
              <a:off x="7926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7934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7999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5" name="Person82"/>
          <p:cNvGrpSpPr/>
          <p:nvPr/>
        </p:nvGrpSpPr>
        <p:grpSpPr>
          <a:xfrm>
            <a:off x="8116728" y="3009900"/>
            <a:ext cx="122872" cy="298989"/>
            <a:chOff x="8116728" y="3009900"/>
            <a:chExt cx="122872" cy="298989"/>
          </a:xfrm>
        </p:grpSpPr>
        <p:sp>
          <p:nvSpPr>
            <p:cNvPr id="416" name="Oval 415"/>
            <p:cNvSpPr/>
            <p:nvPr/>
          </p:nvSpPr>
          <p:spPr>
            <a:xfrm>
              <a:off x="8145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Rounded Rectangle 416"/>
            <p:cNvSpPr/>
            <p:nvPr/>
          </p:nvSpPr>
          <p:spPr>
            <a:xfrm>
              <a:off x="8116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8124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8190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0" name="Person83"/>
          <p:cNvGrpSpPr/>
          <p:nvPr/>
        </p:nvGrpSpPr>
        <p:grpSpPr>
          <a:xfrm>
            <a:off x="8307228" y="3009900"/>
            <a:ext cx="122872" cy="298989"/>
            <a:chOff x="8307228" y="3009900"/>
            <a:chExt cx="122872" cy="298989"/>
          </a:xfrm>
        </p:grpSpPr>
        <p:sp>
          <p:nvSpPr>
            <p:cNvPr id="421" name="Oval 420"/>
            <p:cNvSpPr/>
            <p:nvPr/>
          </p:nvSpPr>
          <p:spPr>
            <a:xfrm>
              <a:off x="83358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7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angle 422"/>
            <p:cNvSpPr/>
            <p:nvPr/>
          </p:nvSpPr>
          <p:spPr>
            <a:xfrm>
              <a:off x="8315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angle 423"/>
            <p:cNvSpPr/>
            <p:nvPr/>
          </p:nvSpPr>
          <p:spPr>
            <a:xfrm>
              <a:off x="8380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5" name="Person84"/>
          <p:cNvGrpSpPr/>
          <p:nvPr/>
        </p:nvGrpSpPr>
        <p:grpSpPr>
          <a:xfrm>
            <a:off x="8497728" y="3009900"/>
            <a:ext cx="122872" cy="298989"/>
            <a:chOff x="8497728" y="3009900"/>
            <a:chExt cx="122872" cy="298989"/>
          </a:xfrm>
        </p:grpSpPr>
        <p:sp>
          <p:nvSpPr>
            <p:cNvPr id="426" name="Oval 425"/>
            <p:cNvSpPr/>
            <p:nvPr/>
          </p:nvSpPr>
          <p:spPr>
            <a:xfrm>
              <a:off x="8526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Rounded Rectangle 426"/>
            <p:cNvSpPr/>
            <p:nvPr/>
          </p:nvSpPr>
          <p:spPr>
            <a:xfrm>
              <a:off x="8497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angle 427"/>
            <p:cNvSpPr/>
            <p:nvPr/>
          </p:nvSpPr>
          <p:spPr>
            <a:xfrm>
              <a:off x="8505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8571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0" name="Person85"/>
          <p:cNvGrpSpPr/>
          <p:nvPr/>
        </p:nvGrpSpPr>
        <p:grpSpPr>
          <a:xfrm>
            <a:off x="8688228" y="3009900"/>
            <a:ext cx="122872" cy="298989"/>
            <a:chOff x="8688228" y="3009900"/>
            <a:chExt cx="122872" cy="298989"/>
          </a:xfrm>
        </p:grpSpPr>
        <p:sp>
          <p:nvSpPr>
            <p:cNvPr id="431" name="Oval 430"/>
            <p:cNvSpPr/>
            <p:nvPr/>
          </p:nvSpPr>
          <p:spPr>
            <a:xfrm>
              <a:off x="8716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Rounded Rectangle 431"/>
            <p:cNvSpPr/>
            <p:nvPr/>
          </p:nvSpPr>
          <p:spPr>
            <a:xfrm>
              <a:off x="8688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angle 432"/>
            <p:cNvSpPr/>
            <p:nvPr/>
          </p:nvSpPr>
          <p:spPr>
            <a:xfrm>
              <a:off x="8696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angle 433"/>
            <p:cNvSpPr/>
            <p:nvPr/>
          </p:nvSpPr>
          <p:spPr>
            <a:xfrm>
              <a:off x="8761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5" name="Person86"/>
          <p:cNvGrpSpPr/>
          <p:nvPr/>
        </p:nvGrpSpPr>
        <p:grpSpPr>
          <a:xfrm>
            <a:off x="8878728" y="3009900"/>
            <a:ext cx="122872" cy="298989"/>
            <a:chOff x="8878728" y="3009900"/>
            <a:chExt cx="122872" cy="298989"/>
          </a:xfrm>
        </p:grpSpPr>
        <p:sp>
          <p:nvSpPr>
            <p:cNvPr id="436" name="Oval 435"/>
            <p:cNvSpPr/>
            <p:nvPr/>
          </p:nvSpPr>
          <p:spPr>
            <a:xfrm>
              <a:off x="8907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Rounded Rectangle 436"/>
            <p:cNvSpPr/>
            <p:nvPr/>
          </p:nvSpPr>
          <p:spPr>
            <a:xfrm>
              <a:off x="8878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8886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8952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0" name="Person87"/>
          <p:cNvGrpSpPr/>
          <p:nvPr/>
        </p:nvGrpSpPr>
        <p:grpSpPr>
          <a:xfrm>
            <a:off x="9069228" y="3009900"/>
            <a:ext cx="122872" cy="298989"/>
            <a:chOff x="9069228" y="3009900"/>
            <a:chExt cx="122872" cy="298989"/>
          </a:xfrm>
        </p:grpSpPr>
        <p:sp>
          <p:nvSpPr>
            <p:cNvPr id="441" name="Oval 440"/>
            <p:cNvSpPr/>
            <p:nvPr/>
          </p:nvSpPr>
          <p:spPr>
            <a:xfrm>
              <a:off x="9097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Rounded Rectangle 441"/>
            <p:cNvSpPr/>
            <p:nvPr/>
          </p:nvSpPr>
          <p:spPr>
            <a:xfrm>
              <a:off x="9069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angle 442"/>
            <p:cNvSpPr/>
            <p:nvPr/>
          </p:nvSpPr>
          <p:spPr>
            <a:xfrm>
              <a:off x="9077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angle 443"/>
            <p:cNvSpPr/>
            <p:nvPr/>
          </p:nvSpPr>
          <p:spPr>
            <a:xfrm>
              <a:off x="9142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5" name="Person88"/>
          <p:cNvGrpSpPr/>
          <p:nvPr/>
        </p:nvGrpSpPr>
        <p:grpSpPr>
          <a:xfrm>
            <a:off x="9259728" y="3009900"/>
            <a:ext cx="122872" cy="298989"/>
            <a:chOff x="9259728" y="3009900"/>
            <a:chExt cx="122872" cy="298989"/>
          </a:xfrm>
        </p:grpSpPr>
        <p:sp>
          <p:nvSpPr>
            <p:cNvPr id="446" name="Oval 445"/>
            <p:cNvSpPr/>
            <p:nvPr/>
          </p:nvSpPr>
          <p:spPr>
            <a:xfrm>
              <a:off x="9288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Rounded Rectangle 446"/>
            <p:cNvSpPr/>
            <p:nvPr/>
          </p:nvSpPr>
          <p:spPr>
            <a:xfrm>
              <a:off x="9259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9267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9333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0" name="Person89"/>
          <p:cNvGrpSpPr/>
          <p:nvPr/>
        </p:nvGrpSpPr>
        <p:grpSpPr>
          <a:xfrm>
            <a:off x="9450228" y="3009900"/>
            <a:ext cx="122872" cy="298989"/>
            <a:chOff x="9450228" y="3009900"/>
            <a:chExt cx="122872" cy="298989"/>
          </a:xfrm>
        </p:grpSpPr>
        <p:sp>
          <p:nvSpPr>
            <p:cNvPr id="451" name="Oval 450"/>
            <p:cNvSpPr/>
            <p:nvPr/>
          </p:nvSpPr>
          <p:spPr>
            <a:xfrm>
              <a:off x="9478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Rounded Rectangle 451"/>
            <p:cNvSpPr/>
            <p:nvPr/>
          </p:nvSpPr>
          <p:spPr>
            <a:xfrm>
              <a:off x="9450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9458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angle 453"/>
            <p:cNvSpPr/>
            <p:nvPr/>
          </p:nvSpPr>
          <p:spPr>
            <a:xfrm>
              <a:off x="9523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5" name="Person90"/>
          <p:cNvGrpSpPr/>
          <p:nvPr/>
        </p:nvGrpSpPr>
        <p:grpSpPr>
          <a:xfrm>
            <a:off x="9640728" y="3009900"/>
            <a:ext cx="122872" cy="298989"/>
            <a:chOff x="9640728" y="3009900"/>
            <a:chExt cx="122872" cy="298989"/>
          </a:xfrm>
        </p:grpSpPr>
        <p:sp>
          <p:nvSpPr>
            <p:cNvPr id="456" name="Oval 455"/>
            <p:cNvSpPr/>
            <p:nvPr/>
          </p:nvSpPr>
          <p:spPr>
            <a:xfrm>
              <a:off x="9669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Rounded Rectangle 456"/>
            <p:cNvSpPr/>
            <p:nvPr/>
          </p:nvSpPr>
          <p:spPr>
            <a:xfrm>
              <a:off x="9640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9648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9714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0" name="Person91"/>
          <p:cNvGrpSpPr/>
          <p:nvPr/>
        </p:nvGrpSpPr>
        <p:grpSpPr>
          <a:xfrm>
            <a:off x="9831228" y="3009900"/>
            <a:ext cx="122872" cy="298989"/>
            <a:chOff x="9831228" y="3009900"/>
            <a:chExt cx="122872" cy="298989"/>
          </a:xfrm>
        </p:grpSpPr>
        <p:sp>
          <p:nvSpPr>
            <p:cNvPr id="461" name="Oval 460"/>
            <p:cNvSpPr/>
            <p:nvPr/>
          </p:nvSpPr>
          <p:spPr>
            <a:xfrm>
              <a:off x="9859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Rounded Rectangle 461"/>
            <p:cNvSpPr/>
            <p:nvPr/>
          </p:nvSpPr>
          <p:spPr>
            <a:xfrm>
              <a:off x="9831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839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9904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5" name="Person92"/>
          <p:cNvGrpSpPr/>
          <p:nvPr/>
        </p:nvGrpSpPr>
        <p:grpSpPr>
          <a:xfrm>
            <a:off x="10021728" y="3009900"/>
            <a:ext cx="122872" cy="298989"/>
            <a:chOff x="10021728" y="3009900"/>
            <a:chExt cx="122872" cy="298989"/>
          </a:xfrm>
        </p:grpSpPr>
        <p:sp>
          <p:nvSpPr>
            <p:cNvPr id="466" name="Oval 465"/>
            <p:cNvSpPr/>
            <p:nvPr/>
          </p:nvSpPr>
          <p:spPr>
            <a:xfrm>
              <a:off x="10050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Rounded Rectangle 466"/>
            <p:cNvSpPr/>
            <p:nvPr/>
          </p:nvSpPr>
          <p:spPr>
            <a:xfrm>
              <a:off x="10021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10029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10095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0" name="Person93"/>
          <p:cNvGrpSpPr/>
          <p:nvPr/>
        </p:nvGrpSpPr>
        <p:grpSpPr>
          <a:xfrm>
            <a:off x="10212228" y="3009900"/>
            <a:ext cx="122872" cy="298989"/>
            <a:chOff x="10212228" y="3009900"/>
            <a:chExt cx="122872" cy="298989"/>
          </a:xfrm>
        </p:grpSpPr>
        <p:sp>
          <p:nvSpPr>
            <p:cNvPr id="471" name="Oval 470"/>
            <p:cNvSpPr/>
            <p:nvPr/>
          </p:nvSpPr>
          <p:spPr>
            <a:xfrm>
              <a:off x="10240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Rounded Rectangle 471"/>
            <p:cNvSpPr/>
            <p:nvPr/>
          </p:nvSpPr>
          <p:spPr>
            <a:xfrm>
              <a:off x="10212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10220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10285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5" name="Person94"/>
          <p:cNvGrpSpPr/>
          <p:nvPr/>
        </p:nvGrpSpPr>
        <p:grpSpPr>
          <a:xfrm>
            <a:off x="10402728" y="3009900"/>
            <a:ext cx="122872" cy="298989"/>
            <a:chOff x="10402728" y="3009900"/>
            <a:chExt cx="122872" cy="298989"/>
          </a:xfrm>
        </p:grpSpPr>
        <p:sp>
          <p:nvSpPr>
            <p:cNvPr id="476" name="Oval 475"/>
            <p:cNvSpPr/>
            <p:nvPr/>
          </p:nvSpPr>
          <p:spPr>
            <a:xfrm>
              <a:off x="10431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Rounded Rectangle 476"/>
            <p:cNvSpPr/>
            <p:nvPr/>
          </p:nvSpPr>
          <p:spPr>
            <a:xfrm>
              <a:off x="10402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10410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10476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0" name="Person95"/>
          <p:cNvGrpSpPr/>
          <p:nvPr/>
        </p:nvGrpSpPr>
        <p:grpSpPr>
          <a:xfrm>
            <a:off x="10593228" y="3009900"/>
            <a:ext cx="122872" cy="298989"/>
            <a:chOff x="10593228" y="3009900"/>
            <a:chExt cx="122872" cy="298989"/>
          </a:xfrm>
        </p:grpSpPr>
        <p:sp>
          <p:nvSpPr>
            <p:cNvPr id="481" name="Oval 480"/>
            <p:cNvSpPr/>
            <p:nvPr/>
          </p:nvSpPr>
          <p:spPr>
            <a:xfrm>
              <a:off x="1062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Rounded Rectangle 481"/>
            <p:cNvSpPr/>
            <p:nvPr/>
          </p:nvSpPr>
          <p:spPr>
            <a:xfrm>
              <a:off x="1059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1060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1066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5" name="Person96"/>
          <p:cNvGrpSpPr/>
          <p:nvPr/>
        </p:nvGrpSpPr>
        <p:grpSpPr>
          <a:xfrm>
            <a:off x="10783728" y="3009900"/>
            <a:ext cx="122872" cy="298989"/>
            <a:chOff x="10783728" y="3009900"/>
            <a:chExt cx="122872" cy="298989"/>
          </a:xfrm>
        </p:grpSpPr>
        <p:sp>
          <p:nvSpPr>
            <p:cNvPr id="486" name="Oval 485"/>
            <p:cNvSpPr/>
            <p:nvPr/>
          </p:nvSpPr>
          <p:spPr>
            <a:xfrm>
              <a:off x="10812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Rounded Rectangle 486"/>
            <p:cNvSpPr/>
            <p:nvPr/>
          </p:nvSpPr>
          <p:spPr>
            <a:xfrm>
              <a:off x="1078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angle 487"/>
            <p:cNvSpPr/>
            <p:nvPr/>
          </p:nvSpPr>
          <p:spPr>
            <a:xfrm>
              <a:off x="1079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angle 488"/>
            <p:cNvSpPr/>
            <p:nvPr/>
          </p:nvSpPr>
          <p:spPr>
            <a:xfrm>
              <a:off x="1085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0" name="Person97"/>
          <p:cNvGrpSpPr/>
          <p:nvPr/>
        </p:nvGrpSpPr>
        <p:grpSpPr>
          <a:xfrm>
            <a:off x="10974228" y="3009900"/>
            <a:ext cx="122872" cy="298989"/>
            <a:chOff x="10974228" y="3009900"/>
            <a:chExt cx="122872" cy="298989"/>
          </a:xfrm>
        </p:grpSpPr>
        <p:sp>
          <p:nvSpPr>
            <p:cNvPr id="491" name="Oval 490"/>
            <p:cNvSpPr/>
            <p:nvPr/>
          </p:nvSpPr>
          <p:spPr>
            <a:xfrm>
              <a:off x="1100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Rounded Rectangle 491"/>
            <p:cNvSpPr/>
            <p:nvPr/>
          </p:nvSpPr>
          <p:spPr>
            <a:xfrm>
              <a:off x="1097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angle 492"/>
            <p:cNvSpPr/>
            <p:nvPr/>
          </p:nvSpPr>
          <p:spPr>
            <a:xfrm>
              <a:off x="1098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angle 493"/>
            <p:cNvSpPr/>
            <p:nvPr/>
          </p:nvSpPr>
          <p:spPr>
            <a:xfrm>
              <a:off x="1104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5" name="Person98"/>
          <p:cNvGrpSpPr/>
          <p:nvPr/>
        </p:nvGrpSpPr>
        <p:grpSpPr>
          <a:xfrm>
            <a:off x="11164728" y="3009900"/>
            <a:ext cx="122872" cy="298989"/>
            <a:chOff x="11164728" y="3009900"/>
            <a:chExt cx="122872" cy="298989"/>
          </a:xfrm>
        </p:grpSpPr>
        <p:sp>
          <p:nvSpPr>
            <p:cNvPr id="496" name="Oval 495"/>
            <p:cNvSpPr/>
            <p:nvPr/>
          </p:nvSpPr>
          <p:spPr>
            <a:xfrm>
              <a:off x="1119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Rounded Rectangle 496"/>
            <p:cNvSpPr/>
            <p:nvPr/>
          </p:nvSpPr>
          <p:spPr>
            <a:xfrm>
              <a:off x="1116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angle 497"/>
            <p:cNvSpPr/>
            <p:nvPr/>
          </p:nvSpPr>
          <p:spPr>
            <a:xfrm>
              <a:off x="1117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angle 498"/>
            <p:cNvSpPr/>
            <p:nvPr/>
          </p:nvSpPr>
          <p:spPr>
            <a:xfrm>
              <a:off x="1123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Person99"/>
          <p:cNvGrpSpPr/>
          <p:nvPr/>
        </p:nvGrpSpPr>
        <p:grpSpPr>
          <a:xfrm>
            <a:off x="11355228" y="3009900"/>
            <a:ext cx="122872" cy="298989"/>
            <a:chOff x="11355228" y="3009900"/>
            <a:chExt cx="122872" cy="298989"/>
          </a:xfrm>
        </p:grpSpPr>
        <p:sp>
          <p:nvSpPr>
            <p:cNvPr id="501" name="Oval 500"/>
            <p:cNvSpPr/>
            <p:nvPr/>
          </p:nvSpPr>
          <p:spPr>
            <a:xfrm>
              <a:off x="1138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Rounded Rectangle 501"/>
            <p:cNvSpPr/>
            <p:nvPr/>
          </p:nvSpPr>
          <p:spPr>
            <a:xfrm>
              <a:off x="1135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angle 502"/>
            <p:cNvSpPr/>
            <p:nvPr/>
          </p:nvSpPr>
          <p:spPr>
            <a:xfrm>
              <a:off x="1136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angle 503"/>
            <p:cNvSpPr/>
            <p:nvPr/>
          </p:nvSpPr>
          <p:spPr>
            <a:xfrm>
              <a:off x="1142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5" name="Person100"/>
          <p:cNvGrpSpPr/>
          <p:nvPr/>
        </p:nvGrpSpPr>
        <p:grpSpPr>
          <a:xfrm>
            <a:off x="6783228" y="3409950"/>
            <a:ext cx="122872" cy="298989"/>
            <a:chOff x="6783228" y="3409950"/>
            <a:chExt cx="122872" cy="298989"/>
          </a:xfrm>
        </p:grpSpPr>
        <p:sp>
          <p:nvSpPr>
            <p:cNvPr id="506" name="Oval 505"/>
            <p:cNvSpPr/>
            <p:nvPr/>
          </p:nvSpPr>
          <p:spPr>
            <a:xfrm>
              <a:off x="681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Rounded Rectangle 506"/>
            <p:cNvSpPr/>
            <p:nvPr/>
          </p:nvSpPr>
          <p:spPr>
            <a:xfrm>
              <a:off x="678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angle 507"/>
            <p:cNvSpPr/>
            <p:nvPr/>
          </p:nvSpPr>
          <p:spPr>
            <a:xfrm>
              <a:off x="679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angle 508"/>
            <p:cNvSpPr/>
            <p:nvPr/>
          </p:nvSpPr>
          <p:spPr>
            <a:xfrm>
              <a:off x="685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0" name="Person101"/>
          <p:cNvGrpSpPr/>
          <p:nvPr/>
        </p:nvGrpSpPr>
        <p:grpSpPr>
          <a:xfrm>
            <a:off x="6973728" y="3409950"/>
            <a:ext cx="122872" cy="298989"/>
            <a:chOff x="6973728" y="3409950"/>
            <a:chExt cx="122872" cy="298989"/>
          </a:xfrm>
        </p:grpSpPr>
        <p:sp>
          <p:nvSpPr>
            <p:cNvPr id="511" name="Oval 510"/>
            <p:cNvSpPr/>
            <p:nvPr/>
          </p:nvSpPr>
          <p:spPr>
            <a:xfrm>
              <a:off x="7002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Rounded Rectangle 511"/>
            <p:cNvSpPr/>
            <p:nvPr/>
          </p:nvSpPr>
          <p:spPr>
            <a:xfrm>
              <a:off x="697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angle 512"/>
            <p:cNvSpPr/>
            <p:nvPr/>
          </p:nvSpPr>
          <p:spPr>
            <a:xfrm>
              <a:off x="698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angle 513"/>
            <p:cNvSpPr/>
            <p:nvPr/>
          </p:nvSpPr>
          <p:spPr>
            <a:xfrm>
              <a:off x="704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5" name="Person102"/>
          <p:cNvGrpSpPr/>
          <p:nvPr/>
        </p:nvGrpSpPr>
        <p:grpSpPr>
          <a:xfrm>
            <a:off x="7164228" y="3409950"/>
            <a:ext cx="122872" cy="298989"/>
            <a:chOff x="7164228" y="3409950"/>
            <a:chExt cx="122872" cy="298989"/>
          </a:xfrm>
        </p:grpSpPr>
        <p:sp>
          <p:nvSpPr>
            <p:cNvPr id="516" name="Oval 515"/>
            <p:cNvSpPr/>
            <p:nvPr/>
          </p:nvSpPr>
          <p:spPr>
            <a:xfrm>
              <a:off x="719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Rounded Rectangle 516"/>
            <p:cNvSpPr/>
            <p:nvPr/>
          </p:nvSpPr>
          <p:spPr>
            <a:xfrm>
              <a:off x="716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angle 517"/>
            <p:cNvSpPr/>
            <p:nvPr/>
          </p:nvSpPr>
          <p:spPr>
            <a:xfrm>
              <a:off x="717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angle 518"/>
            <p:cNvSpPr/>
            <p:nvPr/>
          </p:nvSpPr>
          <p:spPr>
            <a:xfrm>
              <a:off x="723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0" name="Person103"/>
          <p:cNvGrpSpPr/>
          <p:nvPr/>
        </p:nvGrpSpPr>
        <p:grpSpPr>
          <a:xfrm>
            <a:off x="7354728" y="3409950"/>
            <a:ext cx="122872" cy="298989"/>
            <a:chOff x="7354728" y="3409950"/>
            <a:chExt cx="122872" cy="298989"/>
          </a:xfrm>
        </p:grpSpPr>
        <p:sp>
          <p:nvSpPr>
            <p:cNvPr id="521" name="Oval 520"/>
            <p:cNvSpPr/>
            <p:nvPr/>
          </p:nvSpPr>
          <p:spPr>
            <a:xfrm>
              <a:off x="738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Rounded Rectangle 521"/>
            <p:cNvSpPr/>
            <p:nvPr/>
          </p:nvSpPr>
          <p:spPr>
            <a:xfrm>
              <a:off x="735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angle 522"/>
            <p:cNvSpPr/>
            <p:nvPr/>
          </p:nvSpPr>
          <p:spPr>
            <a:xfrm>
              <a:off x="736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angle 523"/>
            <p:cNvSpPr/>
            <p:nvPr/>
          </p:nvSpPr>
          <p:spPr>
            <a:xfrm>
              <a:off x="742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5" name="Person104"/>
          <p:cNvGrpSpPr/>
          <p:nvPr/>
        </p:nvGrpSpPr>
        <p:grpSpPr>
          <a:xfrm>
            <a:off x="7545228" y="3409950"/>
            <a:ext cx="122872" cy="298989"/>
            <a:chOff x="7545228" y="3409950"/>
            <a:chExt cx="122872" cy="298989"/>
          </a:xfrm>
        </p:grpSpPr>
        <p:sp>
          <p:nvSpPr>
            <p:cNvPr id="526" name="Oval 525"/>
            <p:cNvSpPr/>
            <p:nvPr/>
          </p:nvSpPr>
          <p:spPr>
            <a:xfrm>
              <a:off x="757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Rounded Rectangle 526"/>
            <p:cNvSpPr/>
            <p:nvPr/>
          </p:nvSpPr>
          <p:spPr>
            <a:xfrm>
              <a:off x="754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angle 527"/>
            <p:cNvSpPr/>
            <p:nvPr/>
          </p:nvSpPr>
          <p:spPr>
            <a:xfrm>
              <a:off x="755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761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0" name="Person105"/>
          <p:cNvGrpSpPr/>
          <p:nvPr/>
        </p:nvGrpSpPr>
        <p:grpSpPr>
          <a:xfrm>
            <a:off x="7735728" y="3409950"/>
            <a:ext cx="122872" cy="298989"/>
            <a:chOff x="7735728" y="3409950"/>
            <a:chExt cx="122872" cy="298989"/>
          </a:xfrm>
        </p:grpSpPr>
        <p:sp>
          <p:nvSpPr>
            <p:cNvPr id="531" name="Oval 530"/>
            <p:cNvSpPr/>
            <p:nvPr/>
          </p:nvSpPr>
          <p:spPr>
            <a:xfrm>
              <a:off x="7764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Rounded Rectangle 531"/>
            <p:cNvSpPr/>
            <p:nvPr/>
          </p:nvSpPr>
          <p:spPr>
            <a:xfrm>
              <a:off x="7735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angle 532"/>
            <p:cNvSpPr/>
            <p:nvPr/>
          </p:nvSpPr>
          <p:spPr>
            <a:xfrm>
              <a:off x="7743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angle 533"/>
            <p:cNvSpPr/>
            <p:nvPr/>
          </p:nvSpPr>
          <p:spPr>
            <a:xfrm>
              <a:off x="7809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5" name="Person106"/>
          <p:cNvGrpSpPr/>
          <p:nvPr/>
        </p:nvGrpSpPr>
        <p:grpSpPr>
          <a:xfrm>
            <a:off x="7926228" y="3409950"/>
            <a:ext cx="122872" cy="298989"/>
            <a:chOff x="7926228" y="3409950"/>
            <a:chExt cx="122872" cy="298989"/>
          </a:xfrm>
        </p:grpSpPr>
        <p:sp>
          <p:nvSpPr>
            <p:cNvPr id="536" name="Oval 535"/>
            <p:cNvSpPr/>
            <p:nvPr/>
          </p:nvSpPr>
          <p:spPr>
            <a:xfrm>
              <a:off x="7954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Rounded Rectangle 536"/>
            <p:cNvSpPr/>
            <p:nvPr/>
          </p:nvSpPr>
          <p:spPr>
            <a:xfrm>
              <a:off x="7926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angle 537"/>
            <p:cNvSpPr/>
            <p:nvPr/>
          </p:nvSpPr>
          <p:spPr>
            <a:xfrm>
              <a:off x="7934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angle 538"/>
            <p:cNvSpPr/>
            <p:nvPr/>
          </p:nvSpPr>
          <p:spPr>
            <a:xfrm>
              <a:off x="7999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0" name="Person107"/>
          <p:cNvGrpSpPr/>
          <p:nvPr/>
        </p:nvGrpSpPr>
        <p:grpSpPr>
          <a:xfrm>
            <a:off x="8116728" y="3409950"/>
            <a:ext cx="122872" cy="298989"/>
            <a:chOff x="8116728" y="3409950"/>
            <a:chExt cx="122872" cy="298989"/>
          </a:xfrm>
        </p:grpSpPr>
        <p:sp>
          <p:nvSpPr>
            <p:cNvPr id="541" name="Oval 540"/>
            <p:cNvSpPr/>
            <p:nvPr/>
          </p:nvSpPr>
          <p:spPr>
            <a:xfrm>
              <a:off x="8145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Rounded Rectangle 541"/>
            <p:cNvSpPr/>
            <p:nvPr/>
          </p:nvSpPr>
          <p:spPr>
            <a:xfrm>
              <a:off x="8116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8124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angle 543"/>
            <p:cNvSpPr/>
            <p:nvPr/>
          </p:nvSpPr>
          <p:spPr>
            <a:xfrm>
              <a:off x="8190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5" name="Person108"/>
          <p:cNvGrpSpPr/>
          <p:nvPr/>
        </p:nvGrpSpPr>
        <p:grpSpPr>
          <a:xfrm>
            <a:off x="8307228" y="3409950"/>
            <a:ext cx="122872" cy="298989"/>
            <a:chOff x="8307228" y="3409950"/>
            <a:chExt cx="122872" cy="298989"/>
          </a:xfrm>
        </p:grpSpPr>
        <p:sp>
          <p:nvSpPr>
            <p:cNvPr id="546" name="Oval 545"/>
            <p:cNvSpPr/>
            <p:nvPr/>
          </p:nvSpPr>
          <p:spPr>
            <a:xfrm>
              <a:off x="83358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Rounded Rectangle 546"/>
            <p:cNvSpPr/>
            <p:nvPr/>
          </p:nvSpPr>
          <p:spPr>
            <a:xfrm>
              <a:off x="8307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angle 547"/>
            <p:cNvSpPr/>
            <p:nvPr/>
          </p:nvSpPr>
          <p:spPr>
            <a:xfrm>
              <a:off x="8315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angle 548"/>
            <p:cNvSpPr/>
            <p:nvPr/>
          </p:nvSpPr>
          <p:spPr>
            <a:xfrm>
              <a:off x="8380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0" name="Person109"/>
          <p:cNvGrpSpPr/>
          <p:nvPr/>
        </p:nvGrpSpPr>
        <p:grpSpPr>
          <a:xfrm>
            <a:off x="8497728" y="3409950"/>
            <a:ext cx="122872" cy="298989"/>
            <a:chOff x="8497728" y="3409950"/>
            <a:chExt cx="122872" cy="298989"/>
          </a:xfrm>
        </p:grpSpPr>
        <p:sp>
          <p:nvSpPr>
            <p:cNvPr id="551" name="Oval 550"/>
            <p:cNvSpPr/>
            <p:nvPr/>
          </p:nvSpPr>
          <p:spPr>
            <a:xfrm>
              <a:off x="8526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Rounded Rectangle 551"/>
            <p:cNvSpPr/>
            <p:nvPr/>
          </p:nvSpPr>
          <p:spPr>
            <a:xfrm>
              <a:off x="8497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angle 552"/>
            <p:cNvSpPr/>
            <p:nvPr/>
          </p:nvSpPr>
          <p:spPr>
            <a:xfrm>
              <a:off x="8505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angle 553"/>
            <p:cNvSpPr/>
            <p:nvPr/>
          </p:nvSpPr>
          <p:spPr>
            <a:xfrm>
              <a:off x="8571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5" name="Person110"/>
          <p:cNvGrpSpPr/>
          <p:nvPr/>
        </p:nvGrpSpPr>
        <p:grpSpPr>
          <a:xfrm>
            <a:off x="8688228" y="3409950"/>
            <a:ext cx="122872" cy="298989"/>
            <a:chOff x="8688228" y="3409950"/>
            <a:chExt cx="122872" cy="298989"/>
          </a:xfrm>
        </p:grpSpPr>
        <p:sp>
          <p:nvSpPr>
            <p:cNvPr id="556" name="Oval 555"/>
            <p:cNvSpPr/>
            <p:nvPr/>
          </p:nvSpPr>
          <p:spPr>
            <a:xfrm>
              <a:off x="8716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Rounded Rectangle 556"/>
            <p:cNvSpPr/>
            <p:nvPr/>
          </p:nvSpPr>
          <p:spPr>
            <a:xfrm>
              <a:off x="8688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angle 557"/>
            <p:cNvSpPr/>
            <p:nvPr/>
          </p:nvSpPr>
          <p:spPr>
            <a:xfrm>
              <a:off x="8696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angle 558"/>
            <p:cNvSpPr/>
            <p:nvPr/>
          </p:nvSpPr>
          <p:spPr>
            <a:xfrm>
              <a:off x="8761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0" name="Person111"/>
          <p:cNvGrpSpPr/>
          <p:nvPr/>
        </p:nvGrpSpPr>
        <p:grpSpPr>
          <a:xfrm>
            <a:off x="8878728" y="3409950"/>
            <a:ext cx="122872" cy="298989"/>
            <a:chOff x="8878728" y="3409950"/>
            <a:chExt cx="122872" cy="298989"/>
          </a:xfrm>
        </p:grpSpPr>
        <p:sp>
          <p:nvSpPr>
            <p:cNvPr id="561" name="Oval 560"/>
            <p:cNvSpPr/>
            <p:nvPr/>
          </p:nvSpPr>
          <p:spPr>
            <a:xfrm>
              <a:off x="8907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Rounded Rectangle 561"/>
            <p:cNvSpPr/>
            <p:nvPr/>
          </p:nvSpPr>
          <p:spPr>
            <a:xfrm>
              <a:off x="8878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angle 562"/>
            <p:cNvSpPr/>
            <p:nvPr/>
          </p:nvSpPr>
          <p:spPr>
            <a:xfrm>
              <a:off x="8886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Rectangle 563"/>
            <p:cNvSpPr/>
            <p:nvPr/>
          </p:nvSpPr>
          <p:spPr>
            <a:xfrm>
              <a:off x="8952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5" name="Person112"/>
          <p:cNvGrpSpPr/>
          <p:nvPr/>
        </p:nvGrpSpPr>
        <p:grpSpPr>
          <a:xfrm>
            <a:off x="9069228" y="3409950"/>
            <a:ext cx="122872" cy="298989"/>
            <a:chOff x="9069228" y="3409950"/>
            <a:chExt cx="122872" cy="298989"/>
          </a:xfrm>
        </p:grpSpPr>
        <p:sp>
          <p:nvSpPr>
            <p:cNvPr id="566" name="Oval 565"/>
            <p:cNvSpPr/>
            <p:nvPr/>
          </p:nvSpPr>
          <p:spPr>
            <a:xfrm>
              <a:off x="9097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Rounded Rectangle 566"/>
            <p:cNvSpPr/>
            <p:nvPr/>
          </p:nvSpPr>
          <p:spPr>
            <a:xfrm>
              <a:off x="9069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angle 567"/>
            <p:cNvSpPr/>
            <p:nvPr/>
          </p:nvSpPr>
          <p:spPr>
            <a:xfrm>
              <a:off x="9077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angle 568"/>
            <p:cNvSpPr/>
            <p:nvPr/>
          </p:nvSpPr>
          <p:spPr>
            <a:xfrm>
              <a:off x="9142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0" name="Person113"/>
          <p:cNvGrpSpPr/>
          <p:nvPr/>
        </p:nvGrpSpPr>
        <p:grpSpPr>
          <a:xfrm>
            <a:off x="9259728" y="3409950"/>
            <a:ext cx="122872" cy="298989"/>
            <a:chOff x="9259728" y="3409950"/>
            <a:chExt cx="122872" cy="298989"/>
          </a:xfrm>
        </p:grpSpPr>
        <p:sp>
          <p:nvSpPr>
            <p:cNvPr id="571" name="Oval 570"/>
            <p:cNvSpPr/>
            <p:nvPr/>
          </p:nvSpPr>
          <p:spPr>
            <a:xfrm>
              <a:off x="9288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Rounded Rectangle 571"/>
            <p:cNvSpPr/>
            <p:nvPr/>
          </p:nvSpPr>
          <p:spPr>
            <a:xfrm>
              <a:off x="9259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angle 572"/>
            <p:cNvSpPr/>
            <p:nvPr/>
          </p:nvSpPr>
          <p:spPr>
            <a:xfrm>
              <a:off x="9267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angle 573"/>
            <p:cNvSpPr/>
            <p:nvPr/>
          </p:nvSpPr>
          <p:spPr>
            <a:xfrm>
              <a:off x="9333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5" name="Person114"/>
          <p:cNvGrpSpPr/>
          <p:nvPr/>
        </p:nvGrpSpPr>
        <p:grpSpPr>
          <a:xfrm>
            <a:off x="9450228" y="3409950"/>
            <a:ext cx="122872" cy="298989"/>
            <a:chOff x="9450228" y="3409950"/>
            <a:chExt cx="122872" cy="298989"/>
          </a:xfrm>
        </p:grpSpPr>
        <p:sp>
          <p:nvSpPr>
            <p:cNvPr id="576" name="Oval 575"/>
            <p:cNvSpPr/>
            <p:nvPr/>
          </p:nvSpPr>
          <p:spPr>
            <a:xfrm>
              <a:off x="9478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Rounded Rectangle 576"/>
            <p:cNvSpPr/>
            <p:nvPr/>
          </p:nvSpPr>
          <p:spPr>
            <a:xfrm>
              <a:off x="9450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angle 577"/>
            <p:cNvSpPr/>
            <p:nvPr/>
          </p:nvSpPr>
          <p:spPr>
            <a:xfrm>
              <a:off x="9458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angle 578"/>
            <p:cNvSpPr/>
            <p:nvPr/>
          </p:nvSpPr>
          <p:spPr>
            <a:xfrm>
              <a:off x="9523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0" name="Person115"/>
          <p:cNvGrpSpPr/>
          <p:nvPr/>
        </p:nvGrpSpPr>
        <p:grpSpPr>
          <a:xfrm>
            <a:off x="9640728" y="3409950"/>
            <a:ext cx="122872" cy="298989"/>
            <a:chOff x="9640728" y="3409950"/>
            <a:chExt cx="122872" cy="298989"/>
          </a:xfrm>
        </p:grpSpPr>
        <p:sp>
          <p:nvSpPr>
            <p:cNvPr id="581" name="Oval 580"/>
            <p:cNvSpPr/>
            <p:nvPr/>
          </p:nvSpPr>
          <p:spPr>
            <a:xfrm>
              <a:off x="9669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Rounded Rectangle 581"/>
            <p:cNvSpPr/>
            <p:nvPr/>
          </p:nvSpPr>
          <p:spPr>
            <a:xfrm>
              <a:off x="9640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angle 582"/>
            <p:cNvSpPr/>
            <p:nvPr/>
          </p:nvSpPr>
          <p:spPr>
            <a:xfrm>
              <a:off x="9648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angle 583"/>
            <p:cNvSpPr/>
            <p:nvPr/>
          </p:nvSpPr>
          <p:spPr>
            <a:xfrm>
              <a:off x="9714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5" name="Person116"/>
          <p:cNvGrpSpPr/>
          <p:nvPr/>
        </p:nvGrpSpPr>
        <p:grpSpPr>
          <a:xfrm>
            <a:off x="9831228" y="3409950"/>
            <a:ext cx="122872" cy="298989"/>
            <a:chOff x="9831228" y="3409950"/>
            <a:chExt cx="122872" cy="298989"/>
          </a:xfrm>
        </p:grpSpPr>
        <p:sp>
          <p:nvSpPr>
            <p:cNvPr id="586" name="Oval 585"/>
            <p:cNvSpPr/>
            <p:nvPr/>
          </p:nvSpPr>
          <p:spPr>
            <a:xfrm>
              <a:off x="9859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Rounded Rectangle 586"/>
            <p:cNvSpPr/>
            <p:nvPr/>
          </p:nvSpPr>
          <p:spPr>
            <a:xfrm>
              <a:off x="9831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angle 587"/>
            <p:cNvSpPr/>
            <p:nvPr/>
          </p:nvSpPr>
          <p:spPr>
            <a:xfrm>
              <a:off x="9839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angle 588"/>
            <p:cNvSpPr/>
            <p:nvPr/>
          </p:nvSpPr>
          <p:spPr>
            <a:xfrm>
              <a:off x="9904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0" name="Person117"/>
          <p:cNvGrpSpPr/>
          <p:nvPr/>
        </p:nvGrpSpPr>
        <p:grpSpPr>
          <a:xfrm>
            <a:off x="10021728" y="3409950"/>
            <a:ext cx="122872" cy="298989"/>
            <a:chOff x="10021728" y="3409950"/>
            <a:chExt cx="122872" cy="298989"/>
          </a:xfrm>
        </p:grpSpPr>
        <p:sp>
          <p:nvSpPr>
            <p:cNvPr id="591" name="Oval 590"/>
            <p:cNvSpPr/>
            <p:nvPr/>
          </p:nvSpPr>
          <p:spPr>
            <a:xfrm>
              <a:off x="10050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Rounded Rectangle 591"/>
            <p:cNvSpPr/>
            <p:nvPr/>
          </p:nvSpPr>
          <p:spPr>
            <a:xfrm>
              <a:off x="10021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angle 592"/>
            <p:cNvSpPr/>
            <p:nvPr/>
          </p:nvSpPr>
          <p:spPr>
            <a:xfrm>
              <a:off x="10029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angle 593"/>
            <p:cNvSpPr/>
            <p:nvPr/>
          </p:nvSpPr>
          <p:spPr>
            <a:xfrm>
              <a:off x="10095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5" name="Person118"/>
          <p:cNvGrpSpPr/>
          <p:nvPr/>
        </p:nvGrpSpPr>
        <p:grpSpPr>
          <a:xfrm>
            <a:off x="10212228" y="3409950"/>
            <a:ext cx="122872" cy="298989"/>
            <a:chOff x="10212228" y="3409950"/>
            <a:chExt cx="122872" cy="298989"/>
          </a:xfrm>
        </p:grpSpPr>
        <p:sp>
          <p:nvSpPr>
            <p:cNvPr id="596" name="Oval 595"/>
            <p:cNvSpPr/>
            <p:nvPr/>
          </p:nvSpPr>
          <p:spPr>
            <a:xfrm>
              <a:off x="10240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Rounded Rectangle 596"/>
            <p:cNvSpPr/>
            <p:nvPr/>
          </p:nvSpPr>
          <p:spPr>
            <a:xfrm>
              <a:off x="10212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angle 597"/>
            <p:cNvSpPr/>
            <p:nvPr/>
          </p:nvSpPr>
          <p:spPr>
            <a:xfrm>
              <a:off x="10220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angle 598"/>
            <p:cNvSpPr/>
            <p:nvPr/>
          </p:nvSpPr>
          <p:spPr>
            <a:xfrm>
              <a:off x="10285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0" name="Person119"/>
          <p:cNvGrpSpPr/>
          <p:nvPr/>
        </p:nvGrpSpPr>
        <p:grpSpPr>
          <a:xfrm>
            <a:off x="10402728" y="3409950"/>
            <a:ext cx="122872" cy="298989"/>
            <a:chOff x="10402728" y="3409950"/>
            <a:chExt cx="122872" cy="298989"/>
          </a:xfrm>
        </p:grpSpPr>
        <p:sp>
          <p:nvSpPr>
            <p:cNvPr id="601" name="Oval 600"/>
            <p:cNvSpPr/>
            <p:nvPr/>
          </p:nvSpPr>
          <p:spPr>
            <a:xfrm>
              <a:off x="10431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Rounded Rectangle 601"/>
            <p:cNvSpPr/>
            <p:nvPr/>
          </p:nvSpPr>
          <p:spPr>
            <a:xfrm>
              <a:off x="10402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angle 602"/>
            <p:cNvSpPr/>
            <p:nvPr/>
          </p:nvSpPr>
          <p:spPr>
            <a:xfrm>
              <a:off x="10410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angle 603"/>
            <p:cNvSpPr/>
            <p:nvPr/>
          </p:nvSpPr>
          <p:spPr>
            <a:xfrm>
              <a:off x="10476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5" name="Person120"/>
          <p:cNvGrpSpPr/>
          <p:nvPr/>
        </p:nvGrpSpPr>
        <p:grpSpPr>
          <a:xfrm>
            <a:off x="10593228" y="3409950"/>
            <a:ext cx="122872" cy="298989"/>
            <a:chOff x="10593228" y="3409950"/>
            <a:chExt cx="122872" cy="298989"/>
          </a:xfrm>
        </p:grpSpPr>
        <p:sp>
          <p:nvSpPr>
            <p:cNvPr id="606" name="Oval 605"/>
            <p:cNvSpPr/>
            <p:nvPr/>
          </p:nvSpPr>
          <p:spPr>
            <a:xfrm>
              <a:off x="1062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Rounded Rectangle 606"/>
            <p:cNvSpPr/>
            <p:nvPr/>
          </p:nvSpPr>
          <p:spPr>
            <a:xfrm>
              <a:off x="1059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1060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angle 608"/>
            <p:cNvSpPr/>
            <p:nvPr/>
          </p:nvSpPr>
          <p:spPr>
            <a:xfrm>
              <a:off x="1066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0" name="Person121"/>
          <p:cNvGrpSpPr/>
          <p:nvPr/>
        </p:nvGrpSpPr>
        <p:grpSpPr>
          <a:xfrm>
            <a:off x="10783728" y="3409950"/>
            <a:ext cx="122872" cy="298989"/>
            <a:chOff x="10783728" y="3409950"/>
            <a:chExt cx="122872" cy="298989"/>
          </a:xfrm>
        </p:grpSpPr>
        <p:sp>
          <p:nvSpPr>
            <p:cNvPr id="611" name="Oval 610"/>
            <p:cNvSpPr/>
            <p:nvPr/>
          </p:nvSpPr>
          <p:spPr>
            <a:xfrm>
              <a:off x="10812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Rounded Rectangle 611"/>
            <p:cNvSpPr/>
            <p:nvPr/>
          </p:nvSpPr>
          <p:spPr>
            <a:xfrm>
              <a:off x="1078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angle 612"/>
            <p:cNvSpPr/>
            <p:nvPr/>
          </p:nvSpPr>
          <p:spPr>
            <a:xfrm>
              <a:off x="1079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angle 613"/>
            <p:cNvSpPr/>
            <p:nvPr/>
          </p:nvSpPr>
          <p:spPr>
            <a:xfrm>
              <a:off x="1085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5" name="Person122"/>
          <p:cNvGrpSpPr/>
          <p:nvPr/>
        </p:nvGrpSpPr>
        <p:grpSpPr>
          <a:xfrm>
            <a:off x="10974228" y="3409950"/>
            <a:ext cx="122872" cy="298989"/>
            <a:chOff x="10974228" y="3409950"/>
            <a:chExt cx="122872" cy="298989"/>
          </a:xfrm>
        </p:grpSpPr>
        <p:sp>
          <p:nvSpPr>
            <p:cNvPr id="616" name="Oval 615"/>
            <p:cNvSpPr/>
            <p:nvPr/>
          </p:nvSpPr>
          <p:spPr>
            <a:xfrm>
              <a:off x="1100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7" name="Rounded Rectangle 616"/>
            <p:cNvSpPr/>
            <p:nvPr/>
          </p:nvSpPr>
          <p:spPr>
            <a:xfrm>
              <a:off x="1097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angle 617"/>
            <p:cNvSpPr/>
            <p:nvPr/>
          </p:nvSpPr>
          <p:spPr>
            <a:xfrm>
              <a:off x="1098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angle 618"/>
            <p:cNvSpPr/>
            <p:nvPr/>
          </p:nvSpPr>
          <p:spPr>
            <a:xfrm>
              <a:off x="1104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0" name="Person123"/>
          <p:cNvGrpSpPr/>
          <p:nvPr/>
        </p:nvGrpSpPr>
        <p:grpSpPr>
          <a:xfrm>
            <a:off x="11164728" y="3409950"/>
            <a:ext cx="122872" cy="298989"/>
            <a:chOff x="11164728" y="3409950"/>
            <a:chExt cx="122872" cy="298989"/>
          </a:xfrm>
        </p:grpSpPr>
        <p:sp>
          <p:nvSpPr>
            <p:cNvPr id="621" name="Oval 620"/>
            <p:cNvSpPr/>
            <p:nvPr/>
          </p:nvSpPr>
          <p:spPr>
            <a:xfrm>
              <a:off x="1119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2" name="Rounded Rectangle 621"/>
            <p:cNvSpPr/>
            <p:nvPr/>
          </p:nvSpPr>
          <p:spPr>
            <a:xfrm>
              <a:off x="1116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angle 622"/>
            <p:cNvSpPr/>
            <p:nvPr/>
          </p:nvSpPr>
          <p:spPr>
            <a:xfrm>
              <a:off x="1117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angle 623"/>
            <p:cNvSpPr/>
            <p:nvPr/>
          </p:nvSpPr>
          <p:spPr>
            <a:xfrm>
              <a:off x="1123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5" name="Person124"/>
          <p:cNvGrpSpPr/>
          <p:nvPr/>
        </p:nvGrpSpPr>
        <p:grpSpPr>
          <a:xfrm>
            <a:off x="11355228" y="3409950"/>
            <a:ext cx="122872" cy="298989"/>
            <a:chOff x="11355228" y="3409950"/>
            <a:chExt cx="122872" cy="298989"/>
          </a:xfrm>
        </p:grpSpPr>
        <p:sp>
          <p:nvSpPr>
            <p:cNvPr id="626" name="Oval 625"/>
            <p:cNvSpPr/>
            <p:nvPr/>
          </p:nvSpPr>
          <p:spPr>
            <a:xfrm>
              <a:off x="1138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7" name="Rounded Rectangle 626"/>
            <p:cNvSpPr/>
            <p:nvPr/>
          </p:nvSpPr>
          <p:spPr>
            <a:xfrm>
              <a:off x="1135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angle 627"/>
            <p:cNvSpPr/>
            <p:nvPr/>
          </p:nvSpPr>
          <p:spPr>
            <a:xfrm>
              <a:off x="1136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angle 628"/>
            <p:cNvSpPr/>
            <p:nvPr/>
          </p:nvSpPr>
          <p:spPr>
            <a:xfrm>
              <a:off x="1142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0" name="Person125"/>
          <p:cNvGrpSpPr/>
          <p:nvPr/>
        </p:nvGrpSpPr>
        <p:grpSpPr>
          <a:xfrm>
            <a:off x="6783228" y="3810000"/>
            <a:ext cx="122872" cy="298989"/>
            <a:chOff x="6783228" y="3810000"/>
            <a:chExt cx="122872" cy="298989"/>
          </a:xfrm>
        </p:grpSpPr>
        <p:sp>
          <p:nvSpPr>
            <p:cNvPr id="631" name="Oval 630"/>
            <p:cNvSpPr/>
            <p:nvPr/>
          </p:nvSpPr>
          <p:spPr>
            <a:xfrm>
              <a:off x="681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Rounded Rectangle 631"/>
            <p:cNvSpPr/>
            <p:nvPr/>
          </p:nvSpPr>
          <p:spPr>
            <a:xfrm>
              <a:off x="678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angle 632"/>
            <p:cNvSpPr/>
            <p:nvPr/>
          </p:nvSpPr>
          <p:spPr>
            <a:xfrm>
              <a:off x="679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angle 633"/>
            <p:cNvSpPr/>
            <p:nvPr/>
          </p:nvSpPr>
          <p:spPr>
            <a:xfrm>
              <a:off x="685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5" name="Person126"/>
          <p:cNvGrpSpPr/>
          <p:nvPr/>
        </p:nvGrpSpPr>
        <p:grpSpPr>
          <a:xfrm>
            <a:off x="6973728" y="3810000"/>
            <a:ext cx="122872" cy="298989"/>
            <a:chOff x="6973728" y="3810000"/>
            <a:chExt cx="122872" cy="298989"/>
          </a:xfrm>
        </p:grpSpPr>
        <p:sp>
          <p:nvSpPr>
            <p:cNvPr id="636" name="Oval 635"/>
            <p:cNvSpPr/>
            <p:nvPr/>
          </p:nvSpPr>
          <p:spPr>
            <a:xfrm>
              <a:off x="7002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7" name="Rounded Rectangle 636"/>
            <p:cNvSpPr/>
            <p:nvPr/>
          </p:nvSpPr>
          <p:spPr>
            <a:xfrm>
              <a:off x="697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angle 637"/>
            <p:cNvSpPr/>
            <p:nvPr/>
          </p:nvSpPr>
          <p:spPr>
            <a:xfrm>
              <a:off x="698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angle 638"/>
            <p:cNvSpPr/>
            <p:nvPr/>
          </p:nvSpPr>
          <p:spPr>
            <a:xfrm>
              <a:off x="704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0" name="Person127"/>
          <p:cNvGrpSpPr/>
          <p:nvPr/>
        </p:nvGrpSpPr>
        <p:grpSpPr>
          <a:xfrm>
            <a:off x="7164228" y="3810000"/>
            <a:ext cx="122872" cy="298989"/>
            <a:chOff x="7164228" y="3810000"/>
            <a:chExt cx="122872" cy="298989"/>
          </a:xfrm>
        </p:grpSpPr>
        <p:sp>
          <p:nvSpPr>
            <p:cNvPr id="641" name="Oval 640"/>
            <p:cNvSpPr/>
            <p:nvPr/>
          </p:nvSpPr>
          <p:spPr>
            <a:xfrm>
              <a:off x="719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Rounded Rectangle 641"/>
            <p:cNvSpPr/>
            <p:nvPr/>
          </p:nvSpPr>
          <p:spPr>
            <a:xfrm>
              <a:off x="716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angle 642"/>
            <p:cNvSpPr/>
            <p:nvPr/>
          </p:nvSpPr>
          <p:spPr>
            <a:xfrm>
              <a:off x="717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angle 643"/>
            <p:cNvSpPr/>
            <p:nvPr/>
          </p:nvSpPr>
          <p:spPr>
            <a:xfrm>
              <a:off x="723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5" name="Person128"/>
          <p:cNvGrpSpPr/>
          <p:nvPr/>
        </p:nvGrpSpPr>
        <p:grpSpPr>
          <a:xfrm>
            <a:off x="7354728" y="3810000"/>
            <a:ext cx="122872" cy="298989"/>
            <a:chOff x="7354728" y="3810000"/>
            <a:chExt cx="122872" cy="298989"/>
          </a:xfrm>
        </p:grpSpPr>
        <p:sp>
          <p:nvSpPr>
            <p:cNvPr id="646" name="Oval 645"/>
            <p:cNvSpPr/>
            <p:nvPr/>
          </p:nvSpPr>
          <p:spPr>
            <a:xfrm>
              <a:off x="738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Rounded Rectangle 646"/>
            <p:cNvSpPr/>
            <p:nvPr/>
          </p:nvSpPr>
          <p:spPr>
            <a:xfrm>
              <a:off x="735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angle 647"/>
            <p:cNvSpPr/>
            <p:nvPr/>
          </p:nvSpPr>
          <p:spPr>
            <a:xfrm>
              <a:off x="736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angle 648"/>
            <p:cNvSpPr/>
            <p:nvPr/>
          </p:nvSpPr>
          <p:spPr>
            <a:xfrm>
              <a:off x="742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0" name="Person129"/>
          <p:cNvGrpSpPr/>
          <p:nvPr/>
        </p:nvGrpSpPr>
        <p:grpSpPr>
          <a:xfrm>
            <a:off x="7545228" y="3810000"/>
            <a:ext cx="122872" cy="298989"/>
            <a:chOff x="7545228" y="3810000"/>
            <a:chExt cx="122872" cy="298989"/>
          </a:xfrm>
        </p:grpSpPr>
        <p:sp>
          <p:nvSpPr>
            <p:cNvPr id="651" name="Oval 650"/>
            <p:cNvSpPr/>
            <p:nvPr/>
          </p:nvSpPr>
          <p:spPr>
            <a:xfrm>
              <a:off x="757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Rounded Rectangle 651"/>
            <p:cNvSpPr/>
            <p:nvPr/>
          </p:nvSpPr>
          <p:spPr>
            <a:xfrm>
              <a:off x="754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angle 652"/>
            <p:cNvSpPr/>
            <p:nvPr/>
          </p:nvSpPr>
          <p:spPr>
            <a:xfrm>
              <a:off x="755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angle 653"/>
            <p:cNvSpPr/>
            <p:nvPr/>
          </p:nvSpPr>
          <p:spPr>
            <a:xfrm>
              <a:off x="761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5" name="Person130"/>
          <p:cNvGrpSpPr/>
          <p:nvPr/>
        </p:nvGrpSpPr>
        <p:grpSpPr>
          <a:xfrm>
            <a:off x="7735728" y="3810000"/>
            <a:ext cx="122872" cy="298989"/>
            <a:chOff x="7735728" y="3810000"/>
            <a:chExt cx="122872" cy="298989"/>
          </a:xfrm>
        </p:grpSpPr>
        <p:sp>
          <p:nvSpPr>
            <p:cNvPr id="656" name="Oval 655"/>
            <p:cNvSpPr/>
            <p:nvPr/>
          </p:nvSpPr>
          <p:spPr>
            <a:xfrm>
              <a:off x="7764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Rounded Rectangle 656"/>
            <p:cNvSpPr/>
            <p:nvPr/>
          </p:nvSpPr>
          <p:spPr>
            <a:xfrm>
              <a:off x="7735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angle 657"/>
            <p:cNvSpPr/>
            <p:nvPr/>
          </p:nvSpPr>
          <p:spPr>
            <a:xfrm>
              <a:off x="7743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angle 658"/>
            <p:cNvSpPr/>
            <p:nvPr/>
          </p:nvSpPr>
          <p:spPr>
            <a:xfrm>
              <a:off x="7809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0" name="Person131"/>
          <p:cNvGrpSpPr/>
          <p:nvPr/>
        </p:nvGrpSpPr>
        <p:grpSpPr>
          <a:xfrm>
            <a:off x="7926228" y="3810000"/>
            <a:ext cx="122872" cy="298989"/>
            <a:chOff x="7926228" y="3810000"/>
            <a:chExt cx="122872" cy="298989"/>
          </a:xfrm>
        </p:grpSpPr>
        <p:sp>
          <p:nvSpPr>
            <p:cNvPr id="661" name="Oval 660"/>
            <p:cNvSpPr/>
            <p:nvPr/>
          </p:nvSpPr>
          <p:spPr>
            <a:xfrm>
              <a:off x="7954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Rounded Rectangle 661"/>
            <p:cNvSpPr/>
            <p:nvPr/>
          </p:nvSpPr>
          <p:spPr>
            <a:xfrm>
              <a:off x="7926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angle 662"/>
            <p:cNvSpPr/>
            <p:nvPr/>
          </p:nvSpPr>
          <p:spPr>
            <a:xfrm>
              <a:off x="7934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angle 663"/>
            <p:cNvSpPr/>
            <p:nvPr/>
          </p:nvSpPr>
          <p:spPr>
            <a:xfrm>
              <a:off x="7999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5" name="Person132"/>
          <p:cNvGrpSpPr/>
          <p:nvPr/>
        </p:nvGrpSpPr>
        <p:grpSpPr>
          <a:xfrm>
            <a:off x="8116728" y="3810000"/>
            <a:ext cx="122872" cy="298989"/>
            <a:chOff x="8116728" y="3810000"/>
            <a:chExt cx="122872" cy="298989"/>
          </a:xfrm>
        </p:grpSpPr>
        <p:sp>
          <p:nvSpPr>
            <p:cNvPr id="666" name="Oval 665"/>
            <p:cNvSpPr/>
            <p:nvPr/>
          </p:nvSpPr>
          <p:spPr>
            <a:xfrm>
              <a:off x="8145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Rounded Rectangle 666"/>
            <p:cNvSpPr/>
            <p:nvPr/>
          </p:nvSpPr>
          <p:spPr>
            <a:xfrm>
              <a:off x="8116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angle 667"/>
            <p:cNvSpPr/>
            <p:nvPr/>
          </p:nvSpPr>
          <p:spPr>
            <a:xfrm>
              <a:off x="8124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angle 668"/>
            <p:cNvSpPr/>
            <p:nvPr/>
          </p:nvSpPr>
          <p:spPr>
            <a:xfrm>
              <a:off x="8190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0" name="Person133"/>
          <p:cNvGrpSpPr/>
          <p:nvPr/>
        </p:nvGrpSpPr>
        <p:grpSpPr>
          <a:xfrm>
            <a:off x="8307228" y="3810000"/>
            <a:ext cx="122872" cy="298989"/>
            <a:chOff x="8307228" y="3810000"/>
            <a:chExt cx="122872" cy="298989"/>
          </a:xfrm>
        </p:grpSpPr>
        <p:sp>
          <p:nvSpPr>
            <p:cNvPr id="671" name="Oval 670"/>
            <p:cNvSpPr/>
            <p:nvPr/>
          </p:nvSpPr>
          <p:spPr>
            <a:xfrm>
              <a:off x="83358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2" name="Rounded Rectangle 671"/>
            <p:cNvSpPr/>
            <p:nvPr/>
          </p:nvSpPr>
          <p:spPr>
            <a:xfrm>
              <a:off x="8307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angle 672"/>
            <p:cNvSpPr/>
            <p:nvPr/>
          </p:nvSpPr>
          <p:spPr>
            <a:xfrm>
              <a:off x="8315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angle 673"/>
            <p:cNvSpPr/>
            <p:nvPr/>
          </p:nvSpPr>
          <p:spPr>
            <a:xfrm>
              <a:off x="8380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5" name="Person134"/>
          <p:cNvGrpSpPr/>
          <p:nvPr/>
        </p:nvGrpSpPr>
        <p:grpSpPr>
          <a:xfrm>
            <a:off x="8497728" y="3810000"/>
            <a:ext cx="122872" cy="298989"/>
            <a:chOff x="8497728" y="3810000"/>
            <a:chExt cx="122872" cy="298989"/>
          </a:xfrm>
        </p:grpSpPr>
        <p:sp>
          <p:nvSpPr>
            <p:cNvPr id="676" name="Oval 675"/>
            <p:cNvSpPr/>
            <p:nvPr/>
          </p:nvSpPr>
          <p:spPr>
            <a:xfrm>
              <a:off x="8526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7" name="Rounded Rectangle 676"/>
            <p:cNvSpPr/>
            <p:nvPr/>
          </p:nvSpPr>
          <p:spPr>
            <a:xfrm>
              <a:off x="8497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angle 677"/>
            <p:cNvSpPr/>
            <p:nvPr/>
          </p:nvSpPr>
          <p:spPr>
            <a:xfrm>
              <a:off x="8505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angle 678"/>
            <p:cNvSpPr/>
            <p:nvPr/>
          </p:nvSpPr>
          <p:spPr>
            <a:xfrm>
              <a:off x="8571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0" name="Person135"/>
          <p:cNvGrpSpPr/>
          <p:nvPr/>
        </p:nvGrpSpPr>
        <p:grpSpPr>
          <a:xfrm>
            <a:off x="8688228" y="3810000"/>
            <a:ext cx="122872" cy="298989"/>
            <a:chOff x="8688228" y="3810000"/>
            <a:chExt cx="122872" cy="298989"/>
          </a:xfrm>
        </p:grpSpPr>
        <p:sp>
          <p:nvSpPr>
            <p:cNvPr id="681" name="Oval 680"/>
            <p:cNvSpPr/>
            <p:nvPr/>
          </p:nvSpPr>
          <p:spPr>
            <a:xfrm>
              <a:off x="8716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2" name="Rounded Rectangle 681"/>
            <p:cNvSpPr/>
            <p:nvPr/>
          </p:nvSpPr>
          <p:spPr>
            <a:xfrm>
              <a:off x="8688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angle 682"/>
            <p:cNvSpPr/>
            <p:nvPr/>
          </p:nvSpPr>
          <p:spPr>
            <a:xfrm>
              <a:off x="8696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angle 683"/>
            <p:cNvSpPr/>
            <p:nvPr/>
          </p:nvSpPr>
          <p:spPr>
            <a:xfrm>
              <a:off x="8761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5" name="Person136"/>
          <p:cNvGrpSpPr/>
          <p:nvPr/>
        </p:nvGrpSpPr>
        <p:grpSpPr>
          <a:xfrm>
            <a:off x="8878728" y="3810000"/>
            <a:ext cx="122872" cy="298989"/>
            <a:chOff x="8878728" y="3810000"/>
            <a:chExt cx="122872" cy="298989"/>
          </a:xfrm>
        </p:grpSpPr>
        <p:sp>
          <p:nvSpPr>
            <p:cNvPr id="686" name="Oval 685"/>
            <p:cNvSpPr/>
            <p:nvPr/>
          </p:nvSpPr>
          <p:spPr>
            <a:xfrm>
              <a:off x="8907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Rounded Rectangle 686"/>
            <p:cNvSpPr/>
            <p:nvPr/>
          </p:nvSpPr>
          <p:spPr>
            <a:xfrm>
              <a:off x="8878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angle 687"/>
            <p:cNvSpPr/>
            <p:nvPr/>
          </p:nvSpPr>
          <p:spPr>
            <a:xfrm>
              <a:off x="8886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angle 688"/>
            <p:cNvSpPr/>
            <p:nvPr/>
          </p:nvSpPr>
          <p:spPr>
            <a:xfrm>
              <a:off x="8952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0" name="Person137"/>
          <p:cNvGrpSpPr/>
          <p:nvPr/>
        </p:nvGrpSpPr>
        <p:grpSpPr>
          <a:xfrm>
            <a:off x="9069228" y="3810000"/>
            <a:ext cx="122872" cy="298989"/>
            <a:chOff x="9069228" y="3810000"/>
            <a:chExt cx="122872" cy="298989"/>
          </a:xfrm>
        </p:grpSpPr>
        <p:sp>
          <p:nvSpPr>
            <p:cNvPr id="691" name="Oval 690"/>
            <p:cNvSpPr/>
            <p:nvPr/>
          </p:nvSpPr>
          <p:spPr>
            <a:xfrm>
              <a:off x="9097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Rounded Rectangle 691"/>
            <p:cNvSpPr/>
            <p:nvPr/>
          </p:nvSpPr>
          <p:spPr>
            <a:xfrm>
              <a:off x="9069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9077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angle 693"/>
            <p:cNvSpPr/>
            <p:nvPr/>
          </p:nvSpPr>
          <p:spPr>
            <a:xfrm>
              <a:off x="9142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5" name="Person138"/>
          <p:cNvGrpSpPr/>
          <p:nvPr/>
        </p:nvGrpSpPr>
        <p:grpSpPr>
          <a:xfrm>
            <a:off x="9259728" y="3810000"/>
            <a:ext cx="122872" cy="298989"/>
            <a:chOff x="9259728" y="3810000"/>
            <a:chExt cx="122872" cy="298989"/>
          </a:xfrm>
        </p:grpSpPr>
        <p:sp>
          <p:nvSpPr>
            <p:cNvPr id="696" name="Oval 695"/>
            <p:cNvSpPr/>
            <p:nvPr/>
          </p:nvSpPr>
          <p:spPr>
            <a:xfrm>
              <a:off x="9288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Rounded Rectangle 696"/>
            <p:cNvSpPr/>
            <p:nvPr/>
          </p:nvSpPr>
          <p:spPr>
            <a:xfrm>
              <a:off x="9259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angle 697"/>
            <p:cNvSpPr/>
            <p:nvPr/>
          </p:nvSpPr>
          <p:spPr>
            <a:xfrm>
              <a:off x="9267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angle 698"/>
            <p:cNvSpPr/>
            <p:nvPr/>
          </p:nvSpPr>
          <p:spPr>
            <a:xfrm>
              <a:off x="9333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0" name="Person139"/>
          <p:cNvGrpSpPr/>
          <p:nvPr/>
        </p:nvGrpSpPr>
        <p:grpSpPr>
          <a:xfrm>
            <a:off x="9450228" y="3810000"/>
            <a:ext cx="122872" cy="298989"/>
            <a:chOff x="9450228" y="3810000"/>
            <a:chExt cx="122872" cy="298989"/>
          </a:xfrm>
        </p:grpSpPr>
        <p:sp>
          <p:nvSpPr>
            <p:cNvPr id="701" name="Oval 700"/>
            <p:cNvSpPr/>
            <p:nvPr/>
          </p:nvSpPr>
          <p:spPr>
            <a:xfrm>
              <a:off x="9478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2" name="Rounded Rectangle 701"/>
            <p:cNvSpPr/>
            <p:nvPr/>
          </p:nvSpPr>
          <p:spPr>
            <a:xfrm>
              <a:off x="9450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angle 702"/>
            <p:cNvSpPr/>
            <p:nvPr/>
          </p:nvSpPr>
          <p:spPr>
            <a:xfrm>
              <a:off x="9458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angle 703"/>
            <p:cNvSpPr/>
            <p:nvPr/>
          </p:nvSpPr>
          <p:spPr>
            <a:xfrm>
              <a:off x="9523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5" name="Person140"/>
          <p:cNvGrpSpPr/>
          <p:nvPr/>
        </p:nvGrpSpPr>
        <p:grpSpPr>
          <a:xfrm>
            <a:off x="9640728" y="3810000"/>
            <a:ext cx="122872" cy="298989"/>
            <a:chOff x="9640728" y="3810000"/>
            <a:chExt cx="122872" cy="298989"/>
          </a:xfrm>
        </p:grpSpPr>
        <p:sp>
          <p:nvSpPr>
            <p:cNvPr id="706" name="Oval 705"/>
            <p:cNvSpPr/>
            <p:nvPr/>
          </p:nvSpPr>
          <p:spPr>
            <a:xfrm>
              <a:off x="9669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7" name="Rounded Rectangle 706"/>
            <p:cNvSpPr/>
            <p:nvPr/>
          </p:nvSpPr>
          <p:spPr>
            <a:xfrm>
              <a:off x="9640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angle 707"/>
            <p:cNvSpPr/>
            <p:nvPr/>
          </p:nvSpPr>
          <p:spPr>
            <a:xfrm>
              <a:off x="9648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9714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0" name="Person141"/>
          <p:cNvGrpSpPr/>
          <p:nvPr/>
        </p:nvGrpSpPr>
        <p:grpSpPr>
          <a:xfrm>
            <a:off x="9831228" y="3810000"/>
            <a:ext cx="122872" cy="298989"/>
            <a:chOff x="9831228" y="3810000"/>
            <a:chExt cx="122872" cy="298989"/>
          </a:xfrm>
        </p:grpSpPr>
        <p:sp>
          <p:nvSpPr>
            <p:cNvPr id="711" name="Oval 710"/>
            <p:cNvSpPr/>
            <p:nvPr/>
          </p:nvSpPr>
          <p:spPr>
            <a:xfrm>
              <a:off x="9859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2" name="Rounded Rectangle 711"/>
            <p:cNvSpPr/>
            <p:nvPr/>
          </p:nvSpPr>
          <p:spPr>
            <a:xfrm>
              <a:off x="9831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angle 712"/>
            <p:cNvSpPr/>
            <p:nvPr/>
          </p:nvSpPr>
          <p:spPr>
            <a:xfrm>
              <a:off x="9839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angle 713"/>
            <p:cNvSpPr/>
            <p:nvPr/>
          </p:nvSpPr>
          <p:spPr>
            <a:xfrm>
              <a:off x="9904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5" name="Person142"/>
          <p:cNvGrpSpPr/>
          <p:nvPr/>
        </p:nvGrpSpPr>
        <p:grpSpPr>
          <a:xfrm>
            <a:off x="10021728" y="3810000"/>
            <a:ext cx="122872" cy="298989"/>
            <a:chOff x="10021728" y="3810000"/>
            <a:chExt cx="122872" cy="298989"/>
          </a:xfrm>
        </p:grpSpPr>
        <p:sp>
          <p:nvSpPr>
            <p:cNvPr id="716" name="Oval 715"/>
            <p:cNvSpPr/>
            <p:nvPr/>
          </p:nvSpPr>
          <p:spPr>
            <a:xfrm>
              <a:off x="10050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Rounded Rectangle 716"/>
            <p:cNvSpPr/>
            <p:nvPr/>
          </p:nvSpPr>
          <p:spPr>
            <a:xfrm>
              <a:off x="10021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angle 717"/>
            <p:cNvSpPr/>
            <p:nvPr/>
          </p:nvSpPr>
          <p:spPr>
            <a:xfrm>
              <a:off x="10029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angle 718"/>
            <p:cNvSpPr/>
            <p:nvPr/>
          </p:nvSpPr>
          <p:spPr>
            <a:xfrm>
              <a:off x="10095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0" name="Person143"/>
          <p:cNvGrpSpPr/>
          <p:nvPr/>
        </p:nvGrpSpPr>
        <p:grpSpPr>
          <a:xfrm>
            <a:off x="10212228" y="3810000"/>
            <a:ext cx="122872" cy="298989"/>
            <a:chOff x="10212228" y="3810000"/>
            <a:chExt cx="122872" cy="298989"/>
          </a:xfrm>
        </p:grpSpPr>
        <p:sp>
          <p:nvSpPr>
            <p:cNvPr id="721" name="Oval 720"/>
            <p:cNvSpPr/>
            <p:nvPr/>
          </p:nvSpPr>
          <p:spPr>
            <a:xfrm>
              <a:off x="10240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Rounded Rectangle 721"/>
            <p:cNvSpPr/>
            <p:nvPr/>
          </p:nvSpPr>
          <p:spPr>
            <a:xfrm>
              <a:off x="10212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angle 722"/>
            <p:cNvSpPr/>
            <p:nvPr/>
          </p:nvSpPr>
          <p:spPr>
            <a:xfrm>
              <a:off x="10220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angle 723"/>
            <p:cNvSpPr/>
            <p:nvPr/>
          </p:nvSpPr>
          <p:spPr>
            <a:xfrm>
              <a:off x="10285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5" name="Person144"/>
          <p:cNvGrpSpPr/>
          <p:nvPr/>
        </p:nvGrpSpPr>
        <p:grpSpPr>
          <a:xfrm>
            <a:off x="10402728" y="3810000"/>
            <a:ext cx="122872" cy="298989"/>
            <a:chOff x="10402728" y="3810000"/>
            <a:chExt cx="122872" cy="298989"/>
          </a:xfrm>
        </p:grpSpPr>
        <p:sp>
          <p:nvSpPr>
            <p:cNvPr id="726" name="Oval 725"/>
            <p:cNvSpPr/>
            <p:nvPr/>
          </p:nvSpPr>
          <p:spPr>
            <a:xfrm>
              <a:off x="10431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Rounded Rectangle 726"/>
            <p:cNvSpPr/>
            <p:nvPr/>
          </p:nvSpPr>
          <p:spPr>
            <a:xfrm>
              <a:off x="10402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angle 727"/>
            <p:cNvSpPr/>
            <p:nvPr/>
          </p:nvSpPr>
          <p:spPr>
            <a:xfrm>
              <a:off x="10410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angle 728"/>
            <p:cNvSpPr/>
            <p:nvPr/>
          </p:nvSpPr>
          <p:spPr>
            <a:xfrm>
              <a:off x="10476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0" name="Person145"/>
          <p:cNvGrpSpPr/>
          <p:nvPr/>
        </p:nvGrpSpPr>
        <p:grpSpPr>
          <a:xfrm>
            <a:off x="10593228" y="3810000"/>
            <a:ext cx="122872" cy="298989"/>
            <a:chOff x="10593228" y="3810000"/>
            <a:chExt cx="122872" cy="298989"/>
          </a:xfrm>
        </p:grpSpPr>
        <p:sp>
          <p:nvSpPr>
            <p:cNvPr id="731" name="Oval 730"/>
            <p:cNvSpPr/>
            <p:nvPr/>
          </p:nvSpPr>
          <p:spPr>
            <a:xfrm>
              <a:off x="1062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Rounded Rectangle 731"/>
            <p:cNvSpPr/>
            <p:nvPr/>
          </p:nvSpPr>
          <p:spPr>
            <a:xfrm>
              <a:off x="1059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angle 732"/>
            <p:cNvSpPr/>
            <p:nvPr/>
          </p:nvSpPr>
          <p:spPr>
            <a:xfrm>
              <a:off x="1060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angle 733"/>
            <p:cNvSpPr/>
            <p:nvPr/>
          </p:nvSpPr>
          <p:spPr>
            <a:xfrm>
              <a:off x="1066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5" name="Person146"/>
          <p:cNvGrpSpPr/>
          <p:nvPr/>
        </p:nvGrpSpPr>
        <p:grpSpPr>
          <a:xfrm>
            <a:off x="10783728" y="3810000"/>
            <a:ext cx="122872" cy="298989"/>
            <a:chOff x="10783728" y="3810000"/>
            <a:chExt cx="122872" cy="298989"/>
          </a:xfrm>
        </p:grpSpPr>
        <p:sp>
          <p:nvSpPr>
            <p:cNvPr id="736" name="Oval 735"/>
            <p:cNvSpPr/>
            <p:nvPr/>
          </p:nvSpPr>
          <p:spPr>
            <a:xfrm>
              <a:off x="10812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Rounded Rectangle 736"/>
            <p:cNvSpPr/>
            <p:nvPr/>
          </p:nvSpPr>
          <p:spPr>
            <a:xfrm>
              <a:off x="1078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angle 737"/>
            <p:cNvSpPr/>
            <p:nvPr/>
          </p:nvSpPr>
          <p:spPr>
            <a:xfrm>
              <a:off x="1079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Rectangle 738"/>
            <p:cNvSpPr/>
            <p:nvPr/>
          </p:nvSpPr>
          <p:spPr>
            <a:xfrm>
              <a:off x="1085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0" name="Person147"/>
          <p:cNvGrpSpPr/>
          <p:nvPr/>
        </p:nvGrpSpPr>
        <p:grpSpPr>
          <a:xfrm>
            <a:off x="10974228" y="3810000"/>
            <a:ext cx="122872" cy="298989"/>
            <a:chOff x="10974228" y="3810000"/>
            <a:chExt cx="122872" cy="298989"/>
          </a:xfrm>
        </p:grpSpPr>
        <p:sp>
          <p:nvSpPr>
            <p:cNvPr id="741" name="Oval 740"/>
            <p:cNvSpPr/>
            <p:nvPr/>
          </p:nvSpPr>
          <p:spPr>
            <a:xfrm>
              <a:off x="1100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Rounded Rectangle 741"/>
            <p:cNvSpPr/>
            <p:nvPr/>
          </p:nvSpPr>
          <p:spPr>
            <a:xfrm>
              <a:off x="1097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angle 742"/>
            <p:cNvSpPr/>
            <p:nvPr/>
          </p:nvSpPr>
          <p:spPr>
            <a:xfrm>
              <a:off x="1098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angle 743"/>
            <p:cNvSpPr/>
            <p:nvPr/>
          </p:nvSpPr>
          <p:spPr>
            <a:xfrm>
              <a:off x="1104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5" name="Person148"/>
          <p:cNvGrpSpPr/>
          <p:nvPr/>
        </p:nvGrpSpPr>
        <p:grpSpPr>
          <a:xfrm>
            <a:off x="11164728" y="3810000"/>
            <a:ext cx="122872" cy="298989"/>
            <a:chOff x="11164728" y="3810000"/>
            <a:chExt cx="122872" cy="298989"/>
          </a:xfrm>
        </p:grpSpPr>
        <p:sp>
          <p:nvSpPr>
            <p:cNvPr id="746" name="Oval 745"/>
            <p:cNvSpPr/>
            <p:nvPr/>
          </p:nvSpPr>
          <p:spPr>
            <a:xfrm>
              <a:off x="1119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Rounded Rectangle 746"/>
            <p:cNvSpPr/>
            <p:nvPr/>
          </p:nvSpPr>
          <p:spPr>
            <a:xfrm>
              <a:off x="1116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angle 747"/>
            <p:cNvSpPr/>
            <p:nvPr/>
          </p:nvSpPr>
          <p:spPr>
            <a:xfrm>
              <a:off x="1117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angle 748"/>
            <p:cNvSpPr/>
            <p:nvPr/>
          </p:nvSpPr>
          <p:spPr>
            <a:xfrm>
              <a:off x="1123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0" name="Person149"/>
          <p:cNvGrpSpPr/>
          <p:nvPr/>
        </p:nvGrpSpPr>
        <p:grpSpPr>
          <a:xfrm>
            <a:off x="11355228" y="3810000"/>
            <a:ext cx="122872" cy="298989"/>
            <a:chOff x="11355228" y="3810000"/>
            <a:chExt cx="122872" cy="298989"/>
          </a:xfrm>
        </p:grpSpPr>
        <p:sp>
          <p:nvSpPr>
            <p:cNvPr id="751" name="Oval 750"/>
            <p:cNvSpPr/>
            <p:nvPr/>
          </p:nvSpPr>
          <p:spPr>
            <a:xfrm>
              <a:off x="1138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2" name="Rounded Rectangle 751"/>
            <p:cNvSpPr/>
            <p:nvPr/>
          </p:nvSpPr>
          <p:spPr>
            <a:xfrm>
              <a:off x="1135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angle 752"/>
            <p:cNvSpPr/>
            <p:nvPr/>
          </p:nvSpPr>
          <p:spPr>
            <a:xfrm>
              <a:off x="1136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angle 753"/>
            <p:cNvSpPr/>
            <p:nvPr/>
          </p:nvSpPr>
          <p:spPr>
            <a:xfrm>
              <a:off x="1142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5" name="Person150"/>
          <p:cNvGrpSpPr/>
          <p:nvPr/>
        </p:nvGrpSpPr>
        <p:grpSpPr>
          <a:xfrm>
            <a:off x="6783228" y="4210050"/>
            <a:ext cx="122872" cy="298989"/>
            <a:chOff x="6783228" y="4210050"/>
            <a:chExt cx="122872" cy="298989"/>
          </a:xfrm>
        </p:grpSpPr>
        <p:sp>
          <p:nvSpPr>
            <p:cNvPr id="756" name="Oval 755"/>
            <p:cNvSpPr/>
            <p:nvPr/>
          </p:nvSpPr>
          <p:spPr>
            <a:xfrm>
              <a:off x="681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Rounded Rectangle 756"/>
            <p:cNvSpPr/>
            <p:nvPr/>
          </p:nvSpPr>
          <p:spPr>
            <a:xfrm>
              <a:off x="678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angle 757"/>
            <p:cNvSpPr/>
            <p:nvPr/>
          </p:nvSpPr>
          <p:spPr>
            <a:xfrm>
              <a:off x="679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685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0" name="Person151"/>
          <p:cNvGrpSpPr/>
          <p:nvPr/>
        </p:nvGrpSpPr>
        <p:grpSpPr>
          <a:xfrm>
            <a:off x="6973728" y="4210050"/>
            <a:ext cx="122872" cy="298989"/>
            <a:chOff x="6973728" y="4210050"/>
            <a:chExt cx="122872" cy="298989"/>
          </a:xfrm>
        </p:grpSpPr>
        <p:sp>
          <p:nvSpPr>
            <p:cNvPr id="761" name="Oval 760"/>
            <p:cNvSpPr/>
            <p:nvPr/>
          </p:nvSpPr>
          <p:spPr>
            <a:xfrm>
              <a:off x="7002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Rounded Rectangle 761"/>
            <p:cNvSpPr/>
            <p:nvPr/>
          </p:nvSpPr>
          <p:spPr>
            <a:xfrm>
              <a:off x="697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angle 762"/>
            <p:cNvSpPr/>
            <p:nvPr/>
          </p:nvSpPr>
          <p:spPr>
            <a:xfrm>
              <a:off x="698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angle 763"/>
            <p:cNvSpPr/>
            <p:nvPr/>
          </p:nvSpPr>
          <p:spPr>
            <a:xfrm>
              <a:off x="704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5" name="Person152"/>
          <p:cNvGrpSpPr/>
          <p:nvPr/>
        </p:nvGrpSpPr>
        <p:grpSpPr>
          <a:xfrm>
            <a:off x="7164228" y="4210050"/>
            <a:ext cx="122872" cy="298989"/>
            <a:chOff x="7164228" y="4210050"/>
            <a:chExt cx="122872" cy="298989"/>
          </a:xfrm>
        </p:grpSpPr>
        <p:sp>
          <p:nvSpPr>
            <p:cNvPr id="766" name="Oval 765"/>
            <p:cNvSpPr/>
            <p:nvPr/>
          </p:nvSpPr>
          <p:spPr>
            <a:xfrm>
              <a:off x="719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Rounded Rectangle 766"/>
            <p:cNvSpPr/>
            <p:nvPr/>
          </p:nvSpPr>
          <p:spPr>
            <a:xfrm>
              <a:off x="716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angle 767"/>
            <p:cNvSpPr/>
            <p:nvPr/>
          </p:nvSpPr>
          <p:spPr>
            <a:xfrm>
              <a:off x="717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angle 768"/>
            <p:cNvSpPr/>
            <p:nvPr/>
          </p:nvSpPr>
          <p:spPr>
            <a:xfrm>
              <a:off x="723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0" name="Person153"/>
          <p:cNvGrpSpPr/>
          <p:nvPr/>
        </p:nvGrpSpPr>
        <p:grpSpPr>
          <a:xfrm>
            <a:off x="7354728" y="4210050"/>
            <a:ext cx="122872" cy="298989"/>
            <a:chOff x="7354728" y="4210050"/>
            <a:chExt cx="122872" cy="298989"/>
          </a:xfrm>
        </p:grpSpPr>
        <p:sp>
          <p:nvSpPr>
            <p:cNvPr id="771" name="Oval 770"/>
            <p:cNvSpPr/>
            <p:nvPr/>
          </p:nvSpPr>
          <p:spPr>
            <a:xfrm>
              <a:off x="738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Rounded Rectangle 771"/>
            <p:cNvSpPr/>
            <p:nvPr/>
          </p:nvSpPr>
          <p:spPr>
            <a:xfrm>
              <a:off x="735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736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angle 773"/>
            <p:cNvSpPr/>
            <p:nvPr/>
          </p:nvSpPr>
          <p:spPr>
            <a:xfrm>
              <a:off x="742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5" name="Person154"/>
          <p:cNvGrpSpPr/>
          <p:nvPr/>
        </p:nvGrpSpPr>
        <p:grpSpPr>
          <a:xfrm>
            <a:off x="7545228" y="4210050"/>
            <a:ext cx="122872" cy="298989"/>
            <a:chOff x="7545228" y="4210050"/>
            <a:chExt cx="122872" cy="298989"/>
          </a:xfrm>
        </p:grpSpPr>
        <p:sp>
          <p:nvSpPr>
            <p:cNvPr id="776" name="Oval 775"/>
            <p:cNvSpPr/>
            <p:nvPr/>
          </p:nvSpPr>
          <p:spPr>
            <a:xfrm>
              <a:off x="757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7" name="Rounded Rectangle 776"/>
            <p:cNvSpPr/>
            <p:nvPr/>
          </p:nvSpPr>
          <p:spPr>
            <a:xfrm>
              <a:off x="754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angle 777"/>
            <p:cNvSpPr/>
            <p:nvPr/>
          </p:nvSpPr>
          <p:spPr>
            <a:xfrm>
              <a:off x="755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angle 778"/>
            <p:cNvSpPr/>
            <p:nvPr/>
          </p:nvSpPr>
          <p:spPr>
            <a:xfrm>
              <a:off x="761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0" name="Person155"/>
          <p:cNvGrpSpPr/>
          <p:nvPr/>
        </p:nvGrpSpPr>
        <p:grpSpPr>
          <a:xfrm>
            <a:off x="7735728" y="4210050"/>
            <a:ext cx="122872" cy="298989"/>
            <a:chOff x="7735728" y="4210050"/>
            <a:chExt cx="122872" cy="298989"/>
          </a:xfrm>
        </p:grpSpPr>
        <p:sp>
          <p:nvSpPr>
            <p:cNvPr id="781" name="Oval 780"/>
            <p:cNvSpPr/>
            <p:nvPr/>
          </p:nvSpPr>
          <p:spPr>
            <a:xfrm>
              <a:off x="7764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2" name="Rounded Rectangle 781"/>
            <p:cNvSpPr/>
            <p:nvPr/>
          </p:nvSpPr>
          <p:spPr>
            <a:xfrm>
              <a:off x="7735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angle 782"/>
            <p:cNvSpPr/>
            <p:nvPr/>
          </p:nvSpPr>
          <p:spPr>
            <a:xfrm>
              <a:off x="7743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angle 783"/>
            <p:cNvSpPr/>
            <p:nvPr/>
          </p:nvSpPr>
          <p:spPr>
            <a:xfrm>
              <a:off x="7809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5" name="Person156"/>
          <p:cNvGrpSpPr/>
          <p:nvPr/>
        </p:nvGrpSpPr>
        <p:grpSpPr>
          <a:xfrm>
            <a:off x="7926228" y="4210050"/>
            <a:ext cx="122872" cy="298989"/>
            <a:chOff x="7926228" y="4210050"/>
            <a:chExt cx="122872" cy="298989"/>
          </a:xfrm>
        </p:grpSpPr>
        <p:sp>
          <p:nvSpPr>
            <p:cNvPr id="786" name="Oval 785"/>
            <p:cNvSpPr/>
            <p:nvPr/>
          </p:nvSpPr>
          <p:spPr>
            <a:xfrm>
              <a:off x="7954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7" name="Rounded Rectangle 786"/>
            <p:cNvSpPr/>
            <p:nvPr/>
          </p:nvSpPr>
          <p:spPr>
            <a:xfrm>
              <a:off x="7926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angle 787"/>
            <p:cNvSpPr/>
            <p:nvPr/>
          </p:nvSpPr>
          <p:spPr>
            <a:xfrm>
              <a:off x="7934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angle 788"/>
            <p:cNvSpPr/>
            <p:nvPr/>
          </p:nvSpPr>
          <p:spPr>
            <a:xfrm>
              <a:off x="7999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0" name="Person157"/>
          <p:cNvGrpSpPr/>
          <p:nvPr/>
        </p:nvGrpSpPr>
        <p:grpSpPr>
          <a:xfrm>
            <a:off x="8116728" y="4210050"/>
            <a:ext cx="122872" cy="298989"/>
            <a:chOff x="8116728" y="4210050"/>
            <a:chExt cx="122872" cy="298989"/>
          </a:xfrm>
        </p:grpSpPr>
        <p:sp>
          <p:nvSpPr>
            <p:cNvPr id="791" name="Oval 790"/>
            <p:cNvSpPr/>
            <p:nvPr/>
          </p:nvSpPr>
          <p:spPr>
            <a:xfrm>
              <a:off x="8145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2" name="Rounded Rectangle 791"/>
            <p:cNvSpPr/>
            <p:nvPr/>
          </p:nvSpPr>
          <p:spPr>
            <a:xfrm>
              <a:off x="8116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angle 792"/>
            <p:cNvSpPr/>
            <p:nvPr/>
          </p:nvSpPr>
          <p:spPr>
            <a:xfrm>
              <a:off x="8124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angle 793"/>
            <p:cNvSpPr/>
            <p:nvPr/>
          </p:nvSpPr>
          <p:spPr>
            <a:xfrm>
              <a:off x="8190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5" name="Person158"/>
          <p:cNvGrpSpPr/>
          <p:nvPr/>
        </p:nvGrpSpPr>
        <p:grpSpPr>
          <a:xfrm>
            <a:off x="8307228" y="4210050"/>
            <a:ext cx="122872" cy="298989"/>
            <a:chOff x="8307228" y="4210050"/>
            <a:chExt cx="122872" cy="298989"/>
          </a:xfrm>
        </p:grpSpPr>
        <p:sp>
          <p:nvSpPr>
            <p:cNvPr id="796" name="Oval 795"/>
            <p:cNvSpPr/>
            <p:nvPr/>
          </p:nvSpPr>
          <p:spPr>
            <a:xfrm>
              <a:off x="83358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7" name="Rounded Rectangle 796"/>
            <p:cNvSpPr/>
            <p:nvPr/>
          </p:nvSpPr>
          <p:spPr>
            <a:xfrm>
              <a:off x="8307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angle 797"/>
            <p:cNvSpPr/>
            <p:nvPr/>
          </p:nvSpPr>
          <p:spPr>
            <a:xfrm>
              <a:off x="8315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angle 798"/>
            <p:cNvSpPr/>
            <p:nvPr/>
          </p:nvSpPr>
          <p:spPr>
            <a:xfrm>
              <a:off x="8380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0" name="Person159"/>
          <p:cNvGrpSpPr/>
          <p:nvPr/>
        </p:nvGrpSpPr>
        <p:grpSpPr>
          <a:xfrm>
            <a:off x="8497728" y="4210050"/>
            <a:ext cx="122872" cy="298989"/>
            <a:chOff x="8497728" y="4210050"/>
            <a:chExt cx="122872" cy="298989"/>
          </a:xfrm>
        </p:grpSpPr>
        <p:sp>
          <p:nvSpPr>
            <p:cNvPr id="801" name="Oval 800"/>
            <p:cNvSpPr/>
            <p:nvPr/>
          </p:nvSpPr>
          <p:spPr>
            <a:xfrm>
              <a:off x="8526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2" name="Rounded Rectangle 801"/>
            <p:cNvSpPr/>
            <p:nvPr/>
          </p:nvSpPr>
          <p:spPr>
            <a:xfrm>
              <a:off x="8497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8505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8571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5" name="Person160"/>
          <p:cNvGrpSpPr/>
          <p:nvPr/>
        </p:nvGrpSpPr>
        <p:grpSpPr>
          <a:xfrm>
            <a:off x="8688228" y="4210050"/>
            <a:ext cx="122872" cy="298989"/>
            <a:chOff x="8688228" y="4210050"/>
            <a:chExt cx="122872" cy="298989"/>
          </a:xfrm>
        </p:grpSpPr>
        <p:sp>
          <p:nvSpPr>
            <p:cNvPr id="806" name="Oval 805"/>
            <p:cNvSpPr/>
            <p:nvPr/>
          </p:nvSpPr>
          <p:spPr>
            <a:xfrm>
              <a:off x="8716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7" name="Rounded Rectangle 806"/>
            <p:cNvSpPr/>
            <p:nvPr/>
          </p:nvSpPr>
          <p:spPr>
            <a:xfrm>
              <a:off x="8688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angle 807"/>
            <p:cNvSpPr/>
            <p:nvPr/>
          </p:nvSpPr>
          <p:spPr>
            <a:xfrm>
              <a:off x="8696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8761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0" name="Person161"/>
          <p:cNvGrpSpPr/>
          <p:nvPr/>
        </p:nvGrpSpPr>
        <p:grpSpPr>
          <a:xfrm>
            <a:off x="8878728" y="4210050"/>
            <a:ext cx="122872" cy="298989"/>
            <a:chOff x="8878728" y="4210050"/>
            <a:chExt cx="122872" cy="298989"/>
          </a:xfrm>
        </p:grpSpPr>
        <p:sp>
          <p:nvSpPr>
            <p:cNvPr id="811" name="Oval 810"/>
            <p:cNvSpPr/>
            <p:nvPr/>
          </p:nvSpPr>
          <p:spPr>
            <a:xfrm>
              <a:off x="8907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Rounded Rectangle 811"/>
            <p:cNvSpPr/>
            <p:nvPr/>
          </p:nvSpPr>
          <p:spPr>
            <a:xfrm>
              <a:off x="8878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angle 812"/>
            <p:cNvSpPr/>
            <p:nvPr/>
          </p:nvSpPr>
          <p:spPr>
            <a:xfrm>
              <a:off x="8886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angle 813"/>
            <p:cNvSpPr/>
            <p:nvPr/>
          </p:nvSpPr>
          <p:spPr>
            <a:xfrm>
              <a:off x="8952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5" name="Person162"/>
          <p:cNvGrpSpPr/>
          <p:nvPr/>
        </p:nvGrpSpPr>
        <p:grpSpPr>
          <a:xfrm>
            <a:off x="9069228" y="4210050"/>
            <a:ext cx="122872" cy="298989"/>
            <a:chOff x="9069228" y="4210050"/>
            <a:chExt cx="122872" cy="298989"/>
          </a:xfrm>
        </p:grpSpPr>
        <p:sp>
          <p:nvSpPr>
            <p:cNvPr id="816" name="Oval 815"/>
            <p:cNvSpPr/>
            <p:nvPr/>
          </p:nvSpPr>
          <p:spPr>
            <a:xfrm>
              <a:off x="9097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7" name="Rounded Rectangle 816"/>
            <p:cNvSpPr/>
            <p:nvPr/>
          </p:nvSpPr>
          <p:spPr>
            <a:xfrm>
              <a:off x="9069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angle 817"/>
            <p:cNvSpPr/>
            <p:nvPr/>
          </p:nvSpPr>
          <p:spPr>
            <a:xfrm>
              <a:off x="9077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angle 818"/>
            <p:cNvSpPr/>
            <p:nvPr/>
          </p:nvSpPr>
          <p:spPr>
            <a:xfrm>
              <a:off x="9142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0" name="Person163"/>
          <p:cNvGrpSpPr/>
          <p:nvPr/>
        </p:nvGrpSpPr>
        <p:grpSpPr>
          <a:xfrm>
            <a:off x="9259728" y="4210050"/>
            <a:ext cx="122872" cy="298989"/>
            <a:chOff x="9259728" y="4210050"/>
            <a:chExt cx="122872" cy="298989"/>
          </a:xfrm>
        </p:grpSpPr>
        <p:sp>
          <p:nvSpPr>
            <p:cNvPr id="821" name="Oval 820"/>
            <p:cNvSpPr/>
            <p:nvPr/>
          </p:nvSpPr>
          <p:spPr>
            <a:xfrm>
              <a:off x="9288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2" name="Rounded Rectangle 821"/>
            <p:cNvSpPr/>
            <p:nvPr/>
          </p:nvSpPr>
          <p:spPr>
            <a:xfrm>
              <a:off x="9259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9267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angle 823"/>
            <p:cNvSpPr/>
            <p:nvPr/>
          </p:nvSpPr>
          <p:spPr>
            <a:xfrm>
              <a:off x="9333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5" name="Person164"/>
          <p:cNvGrpSpPr/>
          <p:nvPr/>
        </p:nvGrpSpPr>
        <p:grpSpPr>
          <a:xfrm>
            <a:off x="9450228" y="4210050"/>
            <a:ext cx="122872" cy="298989"/>
            <a:chOff x="9450228" y="4210050"/>
            <a:chExt cx="122872" cy="298989"/>
          </a:xfrm>
        </p:grpSpPr>
        <p:sp>
          <p:nvSpPr>
            <p:cNvPr id="826" name="Oval 825"/>
            <p:cNvSpPr/>
            <p:nvPr/>
          </p:nvSpPr>
          <p:spPr>
            <a:xfrm>
              <a:off x="9478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7" name="Rounded Rectangle 826"/>
            <p:cNvSpPr/>
            <p:nvPr/>
          </p:nvSpPr>
          <p:spPr>
            <a:xfrm>
              <a:off x="9450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angle 827"/>
            <p:cNvSpPr/>
            <p:nvPr/>
          </p:nvSpPr>
          <p:spPr>
            <a:xfrm>
              <a:off x="9458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9523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0" name="Person165"/>
          <p:cNvGrpSpPr/>
          <p:nvPr/>
        </p:nvGrpSpPr>
        <p:grpSpPr>
          <a:xfrm>
            <a:off x="9640728" y="4210050"/>
            <a:ext cx="122872" cy="298989"/>
            <a:chOff x="9640728" y="4210050"/>
            <a:chExt cx="122872" cy="298989"/>
          </a:xfrm>
        </p:grpSpPr>
        <p:sp>
          <p:nvSpPr>
            <p:cNvPr id="831" name="Oval 830"/>
            <p:cNvSpPr/>
            <p:nvPr/>
          </p:nvSpPr>
          <p:spPr>
            <a:xfrm>
              <a:off x="9669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2" name="Rounded Rectangle 831"/>
            <p:cNvSpPr/>
            <p:nvPr/>
          </p:nvSpPr>
          <p:spPr>
            <a:xfrm>
              <a:off x="9640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angle 832"/>
            <p:cNvSpPr/>
            <p:nvPr/>
          </p:nvSpPr>
          <p:spPr>
            <a:xfrm>
              <a:off x="9648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angle 833"/>
            <p:cNvSpPr/>
            <p:nvPr/>
          </p:nvSpPr>
          <p:spPr>
            <a:xfrm>
              <a:off x="9714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5" name="Person166"/>
          <p:cNvGrpSpPr/>
          <p:nvPr/>
        </p:nvGrpSpPr>
        <p:grpSpPr>
          <a:xfrm>
            <a:off x="9831228" y="4210050"/>
            <a:ext cx="122872" cy="298989"/>
            <a:chOff x="9831228" y="4210050"/>
            <a:chExt cx="122872" cy="298989"/>
          </a:xfrm>
        </p:grpSpPr>
        <p:sp>
          <p:nvSpPr>
            <p:cNvPr id="836" name="Oval 835"/>
            <p:cNvSpPr/>
            <p:nvPr/>
          </p:nvSpPr>
          <p:spPr>
            <a:xfrm>
              <a:off x="9859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7" name="Rounded Rectangle 836"/>
            <p:cNvSpPr/>
            <p:nvPr/>
          </p:nvSpPr>
          <p:spPr>
            <a:xfrm>
              <a:off x="9831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angle 837"/>
            <p:cNvSpPr/>
            <p:nvPr/>
          </p:nvSpPr>
          <p:spPr>
            <a:xfrm>
              <a:off x="9839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angle 838"/>
            <p:cNvSpPr/>
            <p:nvPr/>
          </p:nvSpPr>
          <p:spPr>
            <a:xfrm>
              <a:off x="9904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0" name="Person167"/>
          <p:cNvGrpSpPr/>
          <p:nvPr/>
        </p:nvGrpSpPr>
        <p:grpSpPr>
          <a:xfrm>
            <a:off x="10021728" y="4210050"/>
            <a:ext cx="122872" cy="298989"/>
            <a:chOff x="10021728" y="4210050"/>
            <a:chExt cx="122872" cy="298989"/>
          </a:xfrm>
        </p:grpSpPr>
        <p:sp>
          <p:nvSpPr>
            <p:cNvPr id="841" name="Oval 840"/>
            <p:cNvSpPr/>
            <p:nvPr/>
          </p:nvSpPr>
          <p:spPr>
            <a:xfrm>
              <a:off x="10050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2" name="Rounded Rectangle 841"/>
            <p:cNvSpPr/>
            <p:nvPr/>
          </p:nvSpPr>
          <p:spPr>
            <a:xfrm>
              <a:off x="10021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angle 842"/>
            <p:cNvSpPr/>
            <p:nvPr/>
          </p:nvSpPr>
          <p:spPr>
            <a:xfrm>
              <a:off x="10029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angle 843"/>
            <p:cNvSpPr/>
            <p:nvPr/>
          </p:nvSpPr>
          <p:spPr>
            <a:xfrm>
              <a:off x="10095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5" name="Person168"/>
          <p:cNvGrpSpPr/>
          <p:nvPr/>
        </p:nvGrpSpPr>
        <p:grpSpPr>
          <a:xfrm>
            <a:off x="10212228" y="4210050"/>
            <a:ext cx="122872" cy="298989"/>
            <a:chOff x="10212228" y="4210050"/>
            <a:chExt cx="122872" cy="298989"/>
          </a:xfrm>
        </p:grpSpPr>
        <p:sp>
          <p:nvSpPr>
            <p:cNvPr id="846" name="Oval 845"/>
            <p:cNvSpPr/>
            <p:nvPr/>
          </p:nvSpPr>
          <p:spPr>
            <a:xfrm>
              <a:off x="10240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Rounded Rectangle 846"/>
            <p:cNvSpPr/>
            <p:nvPr/>
          </p:nvSpPr>
          <p:spPr>
            <a:xfrm>
              <a:off x="10212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angle 847"/>
            <p:cNvSpPr/>
            <p:nvPr/>
          </p:nvSpPr>
          <p:spPr>
            <a:xfrm>
              <a:off x="10220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angle 848"/>
            <p:cNvSpPr/>
            <p:nvPr/>
          </p:nvSpPr>
          <p:spPr>
            <a:xfrm>
              <a:off x="10285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0" name="Person169"/>
          <p:cNvGrpSpPr/>
          <p:nvPr/>
        </p:nvGrpSpPr>
        <p:grpSpPr>
          <a:xfrm>
            <a:off x="10402728" y="4210050"/>
            <a:ext cx="122872" cy="298989"/>
            <a:chOff x="10402728" y="4210050"/>
            <a:chExt cx="122872" cy="298989"/>
          </a:xfrm>
        </p:grpSpPr>
        <p:sp>
          <p:nvSpPr>
            <p:cNvPr id="851" name="Oval 850"/>
            <p:cNvSpPr/>
            <p:nvPr/>
          </p:nvSpPr>
          <p:spPr>
            <a:xfrm>
              <a:off x="10431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2" name="Rounded Rectangle 851"/>
            <p:cNvSpPr/>
            <p:nvPr/>
          </p:nvSpPr>
          <p:spPr>
            <a:xfrm>
              <a:off x="10402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angle 852"/>
            <p:cNvSpPr/>
            <p:nvPr/>
          </p:nvSpPr>
          <p:spPr>
            <a:xfrm>
              <a:off x="10410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angle 853"/>
            <p:cNvSpPr/>
            <p:nvPr/>
          </p:nvSpPr>
          <p:spPr>
            <a:xfrm>
              <a:off x="10476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5" name="Person170"/>
          <p:cNvGrpSpPr/>
          <p:nvPr/>
        </p:nvGrpSpPr>
        <p:grpSpPr>
          <a:xfrm>
            <a:off x="10593228" y="4210050"/>
            <a:ext cx="122872" cy="298989"/>
            <a:chOff x="10593228" y="4210050"/>
            <a:chExt cx="122872" cy="298989"/>
          </a:xfrm>
        </p:grpSpPr>
        <p:sp>
          <p:nvSpPr>
            <p:cNvPr id="856" name="Oval 855"/>
            <p:cNvSpPr/>
            <p:nvPr/>
          </p:nvSpPr>
          <p:spPr>
            <a:xfrm>
              <a:off x="1062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7" name="Rounded Rectangle 856"/>
            <p:cNvSpPr/>
            <p:nvPr/>
          </p:nvSpPr>
          <p:spPr>
            <a:xfrm>
              <a:off x="1059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angle 857"/>
            <p:cNvSpPr/>
            <p:nvPr/>
          </p:nvSpPr>
          <p:spPr>
            <a:xfrm>
              <a:off x="1060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angle 858"/>
            <p:cNvSpPr/>
            <p:nvPr/>
          </p:nvSpPr>
          <p:spPr>
            <a:xfrm>
              <a:off x="1066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0" name="Person171"/>
          <p:cNvGrpSpPr/>
          <p:nvPr/>
        </p:nvGrpSpPr>
        <p:grpSpPr>
          <a:xfrm>
            <a:off x="10783728" y="4210050"/>
            <a:ext cx="122872" cy="298989"/>
            <a:chOff x="10783728" y="4210050"/>
            <a:chExt cx="122872" cy="298989"/>
          </a:xfrm>
        </p:grpSpPr>
        <p:sp>
          <p:nvSpPr>
            <p:cNvPr id="861" name="Oval 860"/>
            <p:cNvSpPr/>
            <p:nvPr/>
          </p:nvSpPr>
          <p:spPr>
            <a:xfrm>
              <a:off x="10812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2" name="Rounded Rectangle 861"/>
            <p:cNvSpPr/>
            <p:nvPr/>
          </p:nvSpPr>
          <p:spPr>
            <a:xfrm>
              <a:off x="1078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angle 862"/>
            <p:cNvSpPr/>
            <p:nvPr/>
          </p:nvSpPr>
          <p:spPr>
            <a:xfrm>
              <a:off x="1079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angle 863"/>
            <p:cNvSpPr/>
            <p:nvPr/>
          </p:nvSpPr>
          <p:spPr>
            <a:xfrm>
              <a:off x="1085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5" name="Person172"/>
          <p:cNvGrpSpPr/>
          <p:nvPr/>
        </p:nvGrpSpPr>
        <p:grpSpPr>
          <a:xfrm>
            <a:off x="10974228" y="4210050"/>
            <a:ext cx="122872" cy="298989"/>
            <a:chOff x="10974228" y="4210050"/>
            <a:chExt cx="122872" cy="298989"/>
          </a:xfrm>
        </p:grpSpPr>
        <p:sp>
          <p:nvSpPr>
            <p:cNvPr id="866" name="Oval 865"/>
            <p:cNvSpPr/>
            <p:nvPr/>
          </p:nvSpPr>
          <p:spPr>
            <a:xfrm>
              <a:off x="1100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7" name="Rounded Rectangle 866"/>
            <p:cNvSpPr/>
            <p:nvPr/>
          </p:nvSpPr>
          <p:spPr>
            <a:xfrm>
              <a:off x="1097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angle 867"/>
            <p:cNvSpPr/>
            <p:nvPr/>
          </p:nvSpPr>
          <p:spPr>
            <a:xfrm>
              <a:off x="1098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angle 868"/>
            <p:cNvSpPr/>
            <p:nvPr/>
          </p:nvSpPr>
          <p:spPr>
            <a:xfrm>
              <a:off x="1104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0" name="Person173"/>
          <p:cNvGrpSpPr/>
          <p:nvPr/>
        </p:nvGrpSpPr>
        <p:grpSpPr>
          <a:xfrm>
            <a:off x="11164728" y="4210050"/>
            <a:ext cx="122872" cy="298989"/>
            <a:chOff x="11164728" y="4210050"/>
            <a:chExt cx="122872" cy="298989"/>
          </a:xfrm>
        </p:grpSpPr>
        <p:sp>
          <p:nvSpPr>
            <p:cNvPr id="871" name="Oval 870"/>
            <p:cNvSpPr/>
            <p:nvPr/>
          </p:nvSpPr>
          <p:spPr>
            <a:xfrm>
              <a:off x="1119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2" name="Rounded Rectangle 871"/>
            <p:cNvSpPr/>
            <p:nvPr/>
          </p:nvSpPr>
          <p:spPr>
            <a:xfrm>
              <a:off x="1116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angle 872"/>
            <p:cNvSpPr/>
            <p:nvPr/>
          </p:nvSpPr>
          <p:spPr>
            <a:xfrm>
              <a:off x="1117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angle 873"/>
            <p:cNvSpPr/>
            <p:nvPr/>
          </p:nvSpPr>
          <p:spPr>
            <a:xfrm>
              <a:off x="1123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5" name="Person174"/>
          <p:cNvGrpSpPr/>
          <p:nvPr/>
        </p:nvGrpSpPr>
        <p:grpSpPr>
          <a:xfrm>
            <a:off x="11355228" y="4210050"/>
            <a:ext cx="122872" cy="298989"/>
            <a:chOff x="11355228" y="4210050"/>
            <a:chExt cx="122872" cy="298989"/>
          </a:xfrm>
        </p:grpSpPr>
        <p:sp>
          <p:nvSpPr>
            <p:cNvPr id="876" name="Oval 875"/>
            <p:cNvSpPr/>
            <p:nvPr/>
          </p:nvSpPr>
          <p:spPr>
            <a:xfrm>
              <a:off x="1138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7" name="Rounded Rectangle 876"/>
            <p:cNvSpPr/>
            <p:nvPr/>
          </p:nvSpPr>
          <p:spPr>
            <a:xfrm>
              <a:off x="1135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angle 877"/>
            <p:cNvSpPr/>
            <p:nvPr/>
          </p:nvSpPr>
          <p:spPr>
            <a:xfrm>
              <a:off x="1136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angle 878"/>
            <p:cNvSpPr/>
            <p:nvPr/>
          </p:nvSpPr>
          <p:spPr>
            <a:xfrm>
              <a:off x="1142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0" name="Person175"/>
          <p:cNvGrpSpPr/>
          <p:nvPr/>
        </p:nvGrpSpPr>
        <p:grpSpPr>
          <a:xfrm>
            <a:off x="6783228" y="4610100"/>
            <a:ext cx="122872" cy="298989"/>
            <a:chOff x="6783228" y="4610100"/>
            <a:chExt cx="122872" cy="298989"/>
          </a:xfrm>
        </p:grpSpPr>
        <p:sp>
          <p:nvSpPr>
            <p:cNvPr id="881" name="Oval 880"/>
            <p:cNvSpPr/>
            <p:nvPr/>
          </p:nvSpPr>
          <p:spPr>
            <a:xfrm>
              <a:off x="681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2" name="Rounded Rectangle 881"/>
            <p:cNvSpPr/>
            <p:nvPr/>
          </p:nvSpPr>
          <p:spPr>
            <a:xfrm>
              <a:off x="678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angle 882"/>
            <p:cNvSpPr/>
            <p:nvPr/>
          </p:nvSpPr>
          <p:spPr>
            <a:xfrm>
              <a:off x="679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angle 883"/>
            <p:cNvSpPr/>
            <p:nvPr/>
          </p:nvSpPr>
          <p:spPr>
            <a:xfrm>
              <a:off x="685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5" name="Person176"/>
          <p:cNvGrpSpPr/>
          <p:nvPr/>
        </p:nvGrpSpPr>
        <p:grpSpPr>
          <a:xfrm>
            <a:off x="6973728" y="4610100"/>
            <a:ext cx="122872" cy="298989"/>
            <a:chOff x="6973728" y="4610100"/>
            <a:chExt cx="122872" cy="298989"/>
          </a:xfrm>
        </p:grpSpPr>
        <p:sp>
          <p:nvSpPr>
            <p:cNvPr id="886" name="Oval 885"/>
            <p:cNvSpPr/>
            <p:nvPr/>
          </p:nvSpPr>
          <p:spPr>
            <a:xfrm>
              <a:off x="7002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7" name="Rounded Rectangle 886"/>
            <p:cNvSpPr/>
            <p:nvPr/>
          </p:nvSpPr>
          <p:spPr>
            <a:xfrm>
              <a:off x="697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angle 887"/>
            <p:cNvSpPr/>
            <p:nvPr/>
          </p:nvSpPr>
          <p:spPr>
            <a:xfrm>
              <a:off x="698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angle 888"/>
            <p:cNvSpPr/>
            <p:nvPr/>
          </p:nvSpPr>
          <p:spPr>
            <a:xfrm>
              <a:off x="704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0" name="Person177"/>
          <p:cNvGrpSpPr/>
          <p:nvPr/>
        </p:nvGrpSpPr>
        <p:grpSpPr>
          <a:xfrm>
            <a:off x="7164228" y="4610100"/>
            <a:ext cx="122872" cy="298989"/>
            <a:chOff x="7164228" y="4610100"/>
            <a:chExt cx="122872" cy="298989"/>
          </a:xfrm>
        </p:grpSpPr>
        <p:sp>
          <p:nvSpPr>
            <p:cNvPr id="891" name="Oval 890"/>
            <p:cNvSpPr/>
            <p:nvPr/>
          </p:nvSpPr>
          <p:spPr>
            <a:xfrm>
              <a:off x="719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2" name="Rounded Rectangle 891"/>
            <p:cNvSpPr/>
            <p:nvPr/>
          </p:nvSpPr>
          <p:spPr>
            <a:xfrm>
              <a:off x="716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angle 892"/>
            <p:cNvSpPr/>
            <p:nvPr/>
          </p:nvSpPr>
          <p:spPr>
            <a:xfrm>
              <a:off x="717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angle 893"/>
            <p:cNvSpPr/>
            <p:nvPr/>
          </p:nvSpPr>
          <p:spPr>
            <a:xfrm>
              <a:off x="723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5" name="Person178"/>
          <p:cNvGrpSpPr/>
          <p:nvPr/>
        </p:nvGrpSpPr>
        <p:grpSpPr>
          <a:xfrm>
            <a:off x="7354728" y="4610100"/>
            <a:ext cx="122872" cy="298989"/>
            <a:chOff x="7354728" y="4610100"/>
            <a:chExt cx="122872" cy="298989"/>
          </a:xfrm>
        </p:grpSpPr>
        <p:sp>
          <p:nvSpPr>
            <p:cNvPr id="896" name="Oval 895"/>
            <p:cNvSpPr/>
            <p:nvPr/>
          </p:nvSpPr>
          <p:spPr>
            <a:xfrm>
              <a:off x="738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Rounded Rectangle 896"/>
            <p:cNvSpPr/>
            <p:nvPr/>
          </p:nvSpPr>
          <p:spPr>
            <a:xfrm>
              <a:off x="735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angle 897"/>
            <p:cNvSpPr/>
            <p:nvPr/>
          </p:nvSpPr>
          <p:spPr>
            <a:xfrm>
              <a:off x="736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angle 898"/>
            <p:cNvSpPr/>
            <p:nvPr/>
          </p:nvSpPr>
          <p:spPr>
            <a:xfrm>
              <a:off x="742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0" name="Person179"/>
          <p:cNvGrpSpPr/>
          <p:nvPr/>
        </p:nvGrpSpPr>
        <p:grpSpPr>
          <a:xfrm>
            <a:off x="7545228" y="4610100"/>
            <a:ext cx="122872" cy="298989"/>
            <a:chOff x="7545228" y="4610100"/>
            <a:chExt cx="122872" cy="298989"/>
          </a:xfrm>
        </p:grpSpPr>
        <p:sp>
          <p:nvSpPr>
            <p:cNvPr id="901" name="Oval 900"/>
            <p:cNvSpPr/>
            <p:nvPr/>
          </p:nvSpPr>
          <p:spPr>
            <a:xfrm>
              <a:off x="757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Rounded Rectangle 901"/>
            <p:cNvSpPr/>
            <p:nvPr/>
          </p:nvSpPr>
          <p:spPr>
            <a:xfrm>
              <a:off x="754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3" name="Rectangle 902"/>
            <p:cNvSpPr/>
            <p:nvPr/>
          </p:nvSpPr>
          <p:spPr>
            <a:xfrm>
              <a:off x="755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4" name="Rectangle 903"/>
            <p:cNvSpPr/>
            <p:nvPr/>
          </p:nvSpPr>
          <p:spPr>
            <a:xfrm>
              <a:off x="761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5" name="Person180"/>
          <p:cNvGrpSpPr/>
          <p:nvPr/>
        </p:nvGrpSpPr>
        <p:grpSpPr>
          <a:xfrm>
            <a:off x="7735728" y="4610100"/>
            <a:ext cx="122872" cy="298989"/>
            <a:chOff x="7735728" y="4610100"/>
            <a:chExt cx="122872" cy="298989"/>
          </a:xfrm>
        </p:grpSpPr>
        <p:sp>
          <p:nvSpPr>
            <p:cNvPr id="906" name="Oval 905"/>
            <p:cNvSpPr/>
            <p:nvPr/>
          </p:nvSpPr>
          <p:spPr>
            <a:xfrm>
              <a:off x="7764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Rounded Rectangle 906"/>
            <p:cNvSpPr/>
            <p:nvPr/>
          </p:nvSpPr>
          <p:spPr>
            <a:xfrm>
              <a:off x="7735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angle 907"/>
            <p:cNvSpPr/>
            <p:nvPr/>
          </p:nvSpPr>
          <p:spPr>
            <a:xfrm>
              <a:off x="7743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angle 908"/>
            <p:cNvSpPr/>
            <p:nvPr/>
          </p:nvSpPr>
          <p:spPr>
            <a:xfrm>
              <a:off x="7809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0" name="Person181"/>
          <p:cNvGrpSpPr/>
          <p:nvPr/>
        </p:nvGrpSpPr>
        <p:grpSpPr>
          <a:xfrm>
            <a:off x="7926228" y="4610100"/>
            <a:ext cx="122872" cy="298989"/>
            <a:chOff x="7926228" y="4610100"/>
            <a:chExt cx="122872" cy="298989"/>
          </a:xfrm>
        </p:grpSpPr>
        <p:sp>
          <p:nvSpPr>
            <p:cNvPr id="911" name="Oval 910"/>
            <p:cNvSpPr/>
            <p:nvPr/>
          </p:nvSpPr>
          <p:spPr>
            <a:xfrm>
              <a:off x="7954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2" name="Rounded Rectangle 911"/>
            <p:cNvSpPr/>
            <p:nvPr/>
          </p:nvSpPr>
          <p:spPr>
            <a:xfrm>
              <a:off x="7926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angle 912"/>
            <p:cNvSpPr/>
            <p:nvPr/>
          </p:nvSpPr>
          <p:spPr>
            <a:xfrm>
              <a:off x="7934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4" name="Rectangle 913"/>
            <p:cNvSpPr/>
            <p:nvPr/>
          </p:nvSpPr>
          <p:spPr>
            <a:xfrm>
              <a:off x="7999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5" name="Person182"/>
          <p:cNvGrpSpPr/>
          <p:nvPr/>
        </p:nvGrpSpPr>
        <p:grpSpPr>
          <a:xfrm>
            <a:off x="8116728" y="4610100"/>
            <a:ext cx="122872" cy="298989"/>
            <a:chOff x="8116728" y="4610100"/>
            <a:chExt cx="122872" cy="298989"/>
          </a:xfrm>
        </p:grpSpPr>
        <p:sp>
          <p:nvSpPr>
            <p:cNvPr id="916" name="Oval 915"/>
            <p:cNvSpPr/>
            <p:nvPr/>
          </p:nvSpPr>
          <p:spPr>
            <a:xfrm>
              <a:off x="8145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7" name="Rounded Rectangle 916"/>
            <p:cNvSpPr/>
            <p:nvPr/>
          </p:nvSpPr>
          <p:spPr>
            <a:xfrm>
              <a:off x="8116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angle 917"/>
            <p:cNvSpPr/>
            <p:nvPr/>
          </p:nvSpPr>
          <p:spPr>
            <a:xfrm>
              <a:off x="8124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angle 918"/>
            <p:cNvSpPr/>
            <p:nvPr/>
          </p:nvSpPr>
          <p:spPr>
            <a:xfrm>
              <a:off x="8190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0" name="Person183"/>
          <p:cNvGrpSpPr/>
          <p:nvPr/>
        </p:nvGrpSpPr>
        <p:grpSpPr>
          <a:xfrm>
            <a:off x="8307228" y="4610100"/>
            <a:ext cx="122872" cy="298989"/>
            <a:chOff x="8307228" y="4610100"/>
            <a:chExt cx="122872" cy="298989"/>
          </a:xfrm>
        </p:grpSpPr>
        <p:sp>
          <p:nvSpPr>
            <p:cNvPr id="921" name="Oval 920"/>
            <p:cNvSpPr/>
            <p:nvPr/>
          </p:nvSpPr>
          <p:spPr>
            <a:xfrm>
              <a:off x="83358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2" name="Rounded Rectangle 921"/>
            <p:cNvSpPr/>
            <p:nvPr/>
          </p:nvSpPr>
          <p:spPr>
            <a:xfrm>
              <a:off x="8307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angle 922"/>
            <p:cNvSpPr/>
            <p:nvPr/>
          </p:nvSpPr>
          <p:spPr>
            <a:xfrm>
              <a:off x="8315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angle 923"/>
            <p:cNvSpPr/>
            <p:nvPr/>
          </p:nvSpPr>
          <p:spPr>
            <a:xfrm>
              <a:off x="8380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5" name="Person184"/>
          <p:cNvGrpSpPr/>
          <p:nvPr/>
        </p:nvGrpSpPr>
        <p:grpSpPr>
          <a:xfrm>
            <a:off x="8497728" y="4610100"/>
            <a:ext cx="122872" cy="298989"/>
            <a:chOff x="8497728" y="4610100"/>
            <a:chExt cx="122872" cy="298989"/>
          </a:xfrm>
        </p:grpSpPr>
        <p:sp>
          <p:nvSpPr>
            <p:cNvPr id="926" name="Oval 925"/>
            <p:cNvSpPr/>
            <p:nvPr/>
          </p:nvSpPr>
          <p:spPr>
            <a:xfrm>
              <a:off x="8526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7" name="Rounded Rectangle 926"/>
            <p:cNvSpPr/>
            <p:nvPr/>
          </p:nvSpPr>
          <p:spPr>
            <a:xfrm>
              <a:off x="8497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angle 927"/>
            <p:cNvSpPr/>
            <p:nvPr/>
          </p:nvSpPr>
          <p:spPr>
            <a:xfrm>
              <a:off x="8505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angle 928"/>
            <p:cNvSpPr/>
            <p:nvPr/>
          </p:nvSpPr>
          <p:spPr>
            <a:xfrm>
              <a:off x="8571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0" name="Person185"/>
          <p:cNvGrpSpPr/>
          <p:nvPr/>
        </p:nvGrpSpPr>
        <p:grpSpPr>
          <a:xfrm>
            <a:off x="8688228" y="4610100"/>
            <a:ext cx="122872" cy="298989"/>
            <a:chOff x="8688228" y="4610100"/>
            <a:chExt cx="122872" cy="298989"/>
          </a:xfrm>
        </p:grpSpPr>
        <p:sp>
          <p:nvSpPr>
            <p:cNvPr id="931" name="Oval 930"/>
            <p:cNvSpPr/>
            <p:nvPr/>
          </p:nvSpPr>
          <p:spPr>
            <a:xfrm>
              <a:off x="8716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2" name="Rounded Rectangle 931"/>
            <p:cNvSpPr/>
            <p:nvPr/>
          </p:nvSpPr>
          <p:spPr>
            <a:xfrm>
              <a:off x="8688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angle 932"/>
            <p:cNvSpPr/>
            <p:nvPr/>
          </p:nvSpPr>
          <p:spPr>
            <a:xfrm>
              <a:off x="8696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angle 933"/>
            <p:cNvSpPr/>
            <p:nvPr/>
          </p:nvSpPr>
          <p:spPr>
            <a:xfrm>
              <a:off x="8761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5" name="Person186"/>
          <p:cNvGrpSpPr/>
          <p:nvPr/>
        </p:nvGrpSpPr>
        <p:grpSpPr>
          <a:xfrm>
            <a:off x="8878728" y="4610100"/>
            <a:ext cx="122872" cy="298989"/>
            <a:chOff x="8878728" y="4610100"/>
            <a:chExt cx="122872" cy="298989"/>
          </a:xfrm>
        </p:grpSpPr>
        <p:sp>
          <p:nvSpPr>
            <p:cNvPr id="936" name="Oval 935"/>
            <p:cNvSpPr/>
            <p:nvPr/>
          </p:nvSpPr>
          <p:spPr>
            <a:xfrm>
              <a:off x="8907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7" name="Rounded Rectangle 936"/>
            <p:cNvSpPr/>
            <p:nvPr/>
          </p:nvSpPr>
          <p:spPr>
            <a:xfrm>
              <a:off x="8878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angle 937"/>
            <p:cNvSpPr/>
            <p:nvPr/>
          </p:nvSpPr>
          <p:spPr>
            <a:xfrm>
              <a:off x="8886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angle 938"/>
            <p:cNvSpPr/>
            <p:nvPr/>
          </p:nvSpPr>
          <p:spPr>
            <a:xfrm>
              <a:off x="8952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0" name="Person187"/>
          <p:cNvGrpSpPr/>
          <p:nvPr/>
        </p:nvGrpSpPr>
        <p:grpSpPr>
          <a:xfrm>
            <a:off x="9069228" y="4610100"/>
            <a:ext cx="122872" cy="298989"/>
            <a:chOff x="9069228" y="4610100"/>
            <a:chExt cx="122872" cy="298989"/>
          </a:xfrm>
        </p:grpSpPr>
        <p:sp>
          <p:nvSpPr>
            <p:cNvPr id="941" name="Oval 940"/>
            <p:cNvSpPr/>
            <p:nvPr/>
          </p:nvSpPr>
          <p:spPr>
            <a:xfrm>
              <a:off x="9097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2" name="Rounded Rectangle 941"/>
            <p:cNvSpPr/>
            <p:nvPr/>
          </p:nvSpPr>
          <p:spPr>
            <a:xfrm>
              <a:off x="9069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angle 942"/>
            <p:cNvSpPr/>
            <p:nvPr/>
          </p:nvSpPr>
          <p:spPr>
            <a:xfrm>
              <a:off x="9077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angle 943"/>
            <p:cNvSpPr/>
            <p:nvPr/>
          </p:nvSpPr>
          <p:spPr>
            <a:xfrm>
              <a:off x="9142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5" name="Person188"/>
          <p:cNvGrpSpPr/>
          <p:nvPr/>
        </p:nvGrpSpPr>
        <p:grpSpPr>
          <a:xfrm>
            <a:off x="9259728" y="4610100"/>
            <a:ext cx="122872" cy="298989"/>
            <a:chOff x="9259728" y="4610100"/>
            <a:chExt cx="122872" cy="298989"/>
          </a:xfrm>
        </p:grpSpPr>
        <p:sp>
          <p:nvSpPr>
            <p:cNvPr id="946" name="Oval 945"/>
            <p:cNvSpPr/>
            <p:nvPr/>
          </p:nvSpPr>
          <p:spPr>
            <a:xfrm>
              <a:off x="9288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7" name="Rounded Rectangle 946"/>
            <p:cNvSpPr/>
            <p:nvPr/>
          </p:nvSpPr>
          <p:spPr>
            <a:xfrm>
              <a:off x="9259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angle 947"/>
            <p:cNvSpPr/>
            <p:nvPr/>
          </p:nvSpPr>
          <p:spPr>
            <a:xfrm>
              <a:off x="9267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angle 948"/>
            <p:cNvSpPr/>
            <p:nvPr/>
          </p:nvSpPr>
          <p:spPr>
            <a:xfrm>
              <a:off x="9333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0" name="Person189"/>
          <p:cNvGrpSpPr/>
          <p:nvPr/>
        </p:nvGrpSpPr>
        <p:grpSpPr>
          <a:xfrm>
            <a:off x="9450228" y="4610100"/>
            <a:ext cx="122872" cy="298989"/>
            <a:chOff x="9450228" y="4610100"/>
            <a:chExt cx="122872" cy="298989"/>
          </a:xfrm>
        </p:grpSpPr>
        <p:sp>
          <p:nvSpPr>
            <p:cNvPr id="951" name="Oval 950"/>
            <p:cNvSpPr/>
            <p:nvPr/>
          </p:nvSpPr>
          <p:spPr>
            <a:xfrm>
              <a:off x="9478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2" name="Rounded Rectangle 951"/>
            <p:cNvSpPr/>
            <p:nvPr/>
          </p:nvSpPr>
          <p:spPr>
            <a:xfrm>
              <a:off x="9450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angle 952"/>
            <p:cNvSpPr/>
            <p:nvPr/>
          </p:nvSpPr>
          <p:spPr>
            <a:xfrm>
              <a:off x="9458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angle 953"/>
            <p:cNvSpPr/>
            <p:nvPr/>
          </p:nvSpPr>
          <p:spPr>
            <a:xfrm>
              <a:off x="9523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5" name="Person190"/>
          <p:cNvGrpSpPr/>
          <p:nvPr/>
        </p:nvGrpSpPr>
        <p:grpSpPr>
          <a:xfrm>
            <a:off x="9640728" y="4610100"/>
            <a:ext cx="122872" cy="298989"/>
            <a:chOff x="9640728" y="4610100"/>
            <a:chExt cx="122872" cy="298989"/>
          </a:xfrm>
        </p:grpSpPr>
        <p:sp>
          <p:nvSpPr>
            <p:cNvPr id="956" name="Oval 955"/>
            <p:cNvSpPr/>
            <p:nvPr/>
          </p:nvSpPr>
          <p:spPr>
            <a:xfrm>
              <a:off x="9669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7" name="Rounded Rectangle 956"/>
            <p:cNvSpPr/>
            <p:nvPr/>
          </p:nvSpPr>
          <p:spPr>
            <a:xfrm>
              <a:off x="9640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angle 957"/>
            <p:cNvSpPr/>
            <p:nvPr/>
          </p:nvSpPr>
          <p:spPr>
            <a:xfrm>
              <a:off x="9648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angle 958"/>
            <p:cNvSpPr/>
            <p:nvPr/>
          </p:nvSpPr>
          <p:spPr>
            <a:xfrm>
              <a:off x="9714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0" name="Person191"/>
          <p:cNvGrpSpPr/>
          <p:nvPr/>
        </p:nvGrpSpPr>
        <p:grpSpPr>
          <a:xfrm>
            <a:off x="9831228" y="4610100"/>
            <a:ext cx="122872" cy="298989"/>
            <a:chOff x="9831228" y="4610100"/>
            <a:chExt cx="122872" cy="298989"/>
          </a:xfrm>
        </p:grpSpPr>
        <p:sp>
          <p:nvSpPr>
            <p:cNvPr id="961" name="Oval 960"/>
            <p:cNvSpPr/>
            <p:nvPr/>
          </p:nvSpPr>
          <p:spPr>
            <a:xfrm>
              <a:off x="9859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2" name="Rounded Rectangle 961"/>
            <p:cNvSpPr/>
            <p:nvPr/>
          </p:nvSpPr>
          <p:spPr>
            <a:xfrm>
              <a:off x="9831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angle 962"/>
            <p:cNvSpPr/>
            <p:nvPr/>
          </p:nvSpPr>
          <p:spPr>
            <a:xfrm>
              <a:off x="9839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angle 963"/>
            <p:cNvSpPr/>
            <p:nvPr/>
          </p:nvSpPr>
          <p:spPr>
            <a:xfrm>
              <a:off x="9904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5" name="Person192"/>
          <p:cNvGrpSpPr/>
          <p:nvPr/>
        </p:nvGrpSpPr>
        <p:grpSpPr>
          <a:xfrm>
            <a:off x="10021728" y="4610100"/>
            <a:ext cx="122872" cy="298989"/>
            <a:chOff x="10021728" y="4610100"/>
            <a:chExt cx="122872" cy="298989"/>
          </a:xfrm>
        </p:grpSpPr>
        <p:sp>
          <p:nvSpPr>
            <p:cNvPr id="966" name="Oval 965"/>
            <p:cNvSpPr/>
            <p:nvPr/>
          </p:nvSpPr>
          <p:spPr>
            <a:xfrm>
              <a:off x="10050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Rounded Rectangle 966"/>
            <p:cNvSpPr/>
            <p:nvPr/>
          </p:nvSpPr>
          <p:spPr>
            <a:xfrm>
              <a:off x="10021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angle 967"/>
            <p:cNvSpPr/>
            <p:nvPr/>
          </p:nvSpPr>
          <p:spPr>
            <a:xfrm>
              <a:off x="10029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angle 968"/>
            <p:cNvSpPr/>
            <p:nvPr/>
          </p:nvSpPr>
          <p:spPr>
            <a:xfrm>
              <a:off x="10095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0" name="Person193"/>
          <p:cNvGrpSpPr/>
          <p:nvPr/>
        </p:nvGrpSpPr>
        <p:grpSpPr>
          <a:xfrm>
            <a:off x="10212228" y="4610100"/>
            <a:ext cx="122872" cy="298989"/>
            <a:chOff x="10212228" y="4610100"/>
            <a:chExt cx="122872" cy="298989"/>
          </a:xfrm>
        </p:grpSpPr>
        <p:sp>
          <p:nvSpPr>
            <p:cNvPr id="971" name="Oval 970"/>
            <p:cNvSpPr/>
            <p:nvPr/>
          </p:nvSpPr>
          <p:spPr>
            <a:xfrm>
              <a:off x="10240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2" name="Rounded Rectangle 971"/>
            <p:cNvSpPr/>
            <p:nvPr/>
          </p:nvSpPr>
          <p:spPr>
            <a:xfrm>
              <a:off x="10212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angle 972"/>
            <p:cNvSpPr/>
            <p:nvPr/>
          </p:nvSpPr>
          <p:spPr>
            <a:xfrm>
              <a:off x="10220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angle 973"/>
            <p:cNvSpPr/>
            <p:nvPr/>
          </p:nvSpPr>
          <p:spPr>
            <a:xfrm>
              <a:off x="10285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5" name="Person194"/>
          <p:cNvGrpSpPr/>
          <p:nvPr/>
        </p:nvGrpSpPr>
        <p:grpSpPr>
          <a:xfrm>
            <a:off x="10402728" y="4610100"/>
            <a:ext cx="122872" cy="298989"/>
            <a:chOff x="10402728" y="4610100"/>
            <a:chExt cx="122872" cy="298989"/>
          </a:xfrm>
        </p:grpSpPr>
        <p:sp>
          <p:nvSpPr>
            <p:cNvPr id="976" name="Oval 975"/>
            <p:cNvSpPr/>
            <p:nvPr/>
          </p:nvSpPr>
          <p:spPr>
            <a:xfrm>
              <a:off x="10431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7" name="Rounded Rectangle 976"/>
            <p:cNvSpPr/>
            <p:nvPr/>
          </p:nvSpPr>
          <p:spPr>
            <a:xfrm>
              <a:off x="10402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angle 977"/>
            <p:cNvSpPr/>
            <p:nvPr/>
          </p:nvSpPr>
          <p:spPr>
            <a:xfrm>
              <a:off x="10410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angle 978"/>
            <p:cNvSpPr/>
            <p:nvPr/>
          </p:nvSpPr>
          <p:spPr>
            <a:xfrm>
              <a:off x="10476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0" name="Person195"/>
          <p:cNvGrpSpPr/>
          <p:nvPr/>
        </p:nvGrpSpPr>
        <p:grpSpPr>
          <a:xfrm>
            <a:off x="10593228" y="4610100"/>
            <a:ext cx="122872" cy="298989"/>
            <a:chOff x="10593228" y="4610100"/>
            <a:chExt cx="122872" cy="298989"/>
          </a:xfrm>
        </p:grpSpPr>
        <p:sp>
          <p:nvSpPr>
            <p:cNvPr id="981" name="Oval 980"/>
            <p:cNvSpPr/>
            <p:nvPr/>
          </p:nvSpPr>
          <p:spPr>
            <a:xfrm>
              <a:off x="1062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2" name="Rounded Rectangle 981"/>
            <p:cNvSpPr/>
            <p:nvPr/>
          </p:nvSpPr>
          <p:spPr>
            <a:xfrm>
              <a:off x="1059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angle 982"/>
            <p:cNvSpPr/>
            <p:nvPr/>
          </p:nvSpPr>
          <p:spPr>
            <a:xfrm>
              <a:off x="1060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angle 983"/>
            <p:cNvSpPr/>
            <p:nvPr/>
          </p:nvSpPr>
          <p:spPr>
            <a:xfrm>
              <a:off x="1066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5" name="Person196"/>
          <p:cNvGrpSpPr/>
          <p:nvPr/>
        </p:nvGrpSpPr>
        <p:grpSpPr>
          <a:xfrm>
            <a:off x="10783728" y="4610100"/>
            <a:ext cx="122872" cy="298989"/>
            <a:chOff x="10783728" y="4610100"/>
            <a:chExt cx="122872" cy="298989"/>
          </a:xfrm>
        </p:grpSpPr>
        <p:sp>
          <p:nvSpPr>
            <p:cNvPr id="986" name="Oval 985"/>
            <p:cNvSpPr/>
            <p:nvPr/>
          </p:nvSpPr>
          <p:spPr>
            <a:xfrm>
              <a:off x="10812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7" name="Rounded Rectangle 986"/>
            <p:cNvSpPr/>
            <p:nvPr/>
          </p:nvSpPr>
          <p:spPr>
            <a:xfrm>
              <a:off x="1078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angle 987"/>
            <p:cNvSpPr/>
            <p:nvPr/>
          </p:nvSpPr>
          <p:spPr>
            <a:xfrm>
              <a:off x="1079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9" name="Rectangle 988"/>
            <p:cNvSpPr/>
            <p:nvPr/>
          </p:nvSpPr>
          <p:spPr>
            <a:xfrm>
              <a:off x="1085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0" name="Person197"/>
          <p:cNvGrpSpPr/>
          <p:nvPr/>
        </p:nvGrpSpPr>
        <p:grpSpPr>
          <a:xfrm>
            <a:off x="10974228" y="4610100"/>
            <a:ext cx="122872" cy="298989"/>
            <a:chOff x="10974228" y="4610100"/>
            <a:chExt cx="122872" cy="298989"/>
          </a:xfrm>
        </p:grpSpPr>
        <p:sp>
          <p:nvSpPr>
            <p:cNvPr id="991" name="Oval 990"/>
            <p:cNvSpPr/>
            <p:nvPr/>
          </p:nvSpPr>
          <p:spPr>
            <a:xfrm>
              <a:off x="1100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2" name="Rounded Rectangle 991"/>
            <p:cNvSpPr/>
            <p:nvPr/>
          </p:nvSpPr>
          <p:spPr>
            <a:xfrm>
              <a:off x="1097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angle 992"/>
            <p:cNvSpPr/>
            <p:nvPr/>
          </p:nvSpPr>
          <p:spPr>
            <a:xfrm>
              <a:off x="1098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4" name="Rectangle 993"/>
            <p:cNvSpPr/>
            <p:nvPr/>
          </p:nvSpPr>
          <p:spPr>
            <a:xfrm>
              <a:off x="1104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5" name="Person198"/>
          <p:cNvGrpSpPr/>
          <p:nvPr/>
        </p:nvGrpSpPr>
        <p:grpSpPr>
          <a:xfrm>
            <a:off x="11164728" y="4610100"/>
            <a:ext cx="122872" cy="298989"/>
            <a:chOff x="11164728" y="4610100"/>
            <a:chExt cx="122872" cy="298989"/>
          </a:xfrm>
        </p:grpSpPr>
        <p:sp>
          <p:nvSpPr>
            <p:cNvPr id="996" name="Oval 995"/>
            <p:cNvSpPr/>
            <p:nvPr/>
          </p:nvSpPr>
          <p:spPr>
            <a:xfrm>
              <a:off x="1119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7" name="Rounded Rectangle 996"/>
            <p:cNvSpPr/>
            <p:nvPr/>
          </p:nvSpPr>
          <p:spPr>
            <a:xfrm>
              <a:off x="1116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angle 997"/>
            <p:cNvSpPr/>
            <p:nvPr/>
          </p:nvSpPr>
          <p:spPr>
            <a:xfrm>
              <a:off x="1117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angle 998"/>
            <p:cNvSpPr/>
            <p:nvPr/>
          </p:nvSpPr>
          <p:spPr>
            <a:xfrm>
              <a:off x="1123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0" name="Person199"/>
          <p:cNvGrpSpPr/>
          <p:nvPr/>
        </p:nvGrpSpPr>
        <p:grpSpPr>
          <a:xfrm>
            <a:off x="11355228" y="4610100"/>
            <a:ext cx="122872" cy="298989"/>
            <a:chOff x="11355228" y="4610100"/>
            <a:chExt cx="122872" cy="298989"/>
          </a:xfrm>
        </p:grpSpPr>
        <p:sp>
          <p:nvSpPr>
            <p:cNvPr id="1001" name="Oval 1000"/>
            <p:cNvSpPr/>
            <p:nvPr/>
          </p:nvSpPr>
          <p:spPr>
            <a:xfrm>
              <a:off x="1138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ounded Rectangle 1001"/>
            <p:cNvSpPr/>
            <p:nvPr/>
          </p:nvSpPr>
          <p:spPr>
            <a:xfrm>
              <a:off x="1135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angle 1002"/>
            <p:cNvSpPr/>
            <p:nvPr/>
          </p:nvSpPr>
          <p:spPr>
            <a:xfrm>
              <a:off x="1136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angle 1003"/>
            <p:cNvSpPr/>
            <p:nvPr/>
          </p:nvSpPr>
          <p:spPr>
            <a:xfrm>
              <a:off x="1142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5" name="Person200"/>
          <p:cNvGrpSpPr/>
          <p:nvPr/>
        </p:nvGrpSpPr>
        <p:grpSpPr>
          <a:xfrm>
            <a:off x="6783228" y="5010150"/>
            <a:ext cx="122872" cy="298989"/>
            <a:chOff x="6783228" y="5010150"/>
            <a:chExt cx="122872" cy="298989"/>
          </a:xfrm>
        </p:grpSpPr>
        <p:sp>
          <p:nvSpPr>
            <p:cNvPr id="1006" name="Oval 1005"/>
            <p:cNvSpPr/>
            <p:nvPr/>
          </p:nvSpPr>
          <p:spPr>
            <a:xfrm>
              <a:off x="681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ounded Rectangle 1006"/>
            <p:cNvSpPr/>
            <p:nvPr/>
          </p:nvSpPr>
          <p:spPr>
            <a:xfrm>
              <a:off x="678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angle 1007"/>
            <p:cNvSpPr/>
            <p:nvPr/>
          </p:nvSpPr>
          <p:spPr>
            <a:xfrm>
              <a:off x="679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angle 1008"/>
            <p:cNvSpPr/>
            <p:nvPr/>
          </p:nvSpPr>
          <p:spPr>
            <a:xfrm>
              <a:off x="685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0" name="Person201"/>
          <p:cNvGrpSpPr/>
          <p:nvPr/>
        </p:nvGrpSpPr>
        <p:grpSpPr>
          <a:xfrm>
            <a:off x="6973728" y="5010150"/>
            <a:ext cx="122872" cy="298989"/>
            <a:chOff x="6973728" y="5010150"/>
            <a:chExt cx="122872" cy="298989"/>
          </a:xfrm>
        </p:grpSpPr>
        <p:sp>
          <p:nvSpPr>
            <p:cNvPr id="1011" name="Oval 1010"/>
            <p:cNvSpPr/>
            <p:nvPr/>
          </p:nvSpPr>
          <p:spPr>
            <a:xfrm>
              <a:off x="7002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ounded Rectangle 1011"/>
            <p:cNvSpPr/>
            <p:nvPr/>
          </p:nvSpPr>
          <p:spPr>
            <a:xfrm>
              <a:off x="697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angle 1012"/>
            <p:cNvSpPr/>
            <p:nvPr/>
          </p:nvSpPr>
          <p:spPr>
            <a:xfrm>
              <a:off x="698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angle 1013"/>
            <p:cNvSpPr/>
            <p:nvPr/>
          </p:nvSpPr>
          <p:spPr>
            <a:xfrm>
              <a:off x="704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5" name="Person202"/>
          <p:cNvGrpSpPr/>
          <p:nvPr/>
        </p:nvGrpSpPr>
        <p:grpSpPr>
          <a:xfrm>
            <a:off x="7164228" y="5010150"/>
            <a:ext cx="122872" cy="298989"/>
            <a:chOff x="7164228" y="5010150"/>
            <a:chExt cx="122872" cy="298989"/>
          </a:xfrm>
        </p:grpSpPr>
        <p:sp>
          <p:nvSpPr>
            <p:cNvPr id="1016" name="Oval 1015"/>
            <p:cNvSpPr/>
            <p:nvPr/>
          </p:nvSpPr>
          <p:spPr>
            <a:xfrm>
              <a:off x="719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ounded Rectangle 1016"/>
            <p:cNvSpPr/>
            <p:nvPr/>
          </p:nvSpPr>
          <p:spPr>
            <a:xfrm>
              <a:off x="716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angle 1017"/>
            <p:cNvSpPr/>
            <p:nvPr/>
          </p:nvSpPr>
          <p:spPr>
            <a:xfrm>
              <a:off x="717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angle 1018"/>
            <p:cNvSpPr/>
            <p:nvPr/>
          </p:nvSpPr>
          <p:spPr>
            <a:xfrm>
              <a:off x="723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0" name="Person203"/>
          <p:cNvGrpSpPr/>
          <p:nvPr/>
        </p:nvGrpSpPr>
        <p:grpSpPr>
          <a:xfrm>
            <a:off x="7354728" y="5010150"/>
            <a:ext cx="122872" cy="298989"/>
            <a:chOff x="7354728" y="5010150"/>
            <a:chExt cx="122872" cy="298989"/>
          </a:xfrm>
        </p:grpSpPr>
        <p:sp>
          <p:nvSpPr>
            <p:cNvPr id="1021" name="Oval 1020"/>
            <p:cNvSpPr/>
            <p:nvPr/>
          </p:nvSpPr>
          <p:spPr>
            <a:xfrm>
              <a:off x="738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ounded Rectangle 1021"/>
            <p:cNvSpPr/>
            <p:nvPr/>
          </p:nvSpPr>
          <p:spPr>
            <a:xfrm>
              <a:off x="735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angle 1022"/>
            <p:cNvSpPr/>
            <p:nvPr/>
          </p:nvSpPr>
          <p:spPr>
            <a:xfrm>
              <a:off x="736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angle 1023"/>
            <p:cNvSpPr/>
            <p:nvPr/>
          </p:nvSpPr>
          <p:spPr>
            <a:xfrm>
              <a:off x="742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5" name="Person204"/>
          <p:cNvGrpSpPr/>
          <p:nvPr/>
        </p:nvGrpSpPr>
        <p:grpSpPr>
          <a:xfrm>
            <a:off x="7545228" y="5010150"/>
            <a:ext cx="122872" cy="298989"/>
            <a:chOff x="7545228" y="5010150"/>
            <a:chExt cx="122872" cy="298989"/>
          </a:xfrm>
        </p:grpSpPr>
        <p:sp>
          <p:nvSpPr>
            <p:cNvPr id="1026" name="Oval 1025"/>
            <p:cNvSpPr/>
            <p:nvPr/>
          </p:nvSpPr>
          <p:spPr>
            <a:xfrm>
              <a:off x="757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ounded Rectangle 1026"/>
            <p:cNvSpPr/>
            <p:nvPr/>
          </p:nvSpPr>
          <p:spPr>
            <a:xfrm>
              <a:off x="754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angle 1027"/>
            <p:cNvSpPr/>
            <p:nvPr/>
          </p:nvSpPr>
          <p:spPr>
            <a:xfrm>
              <a:off x="755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angle 1028"/>
            <p:cNvSpPr/>
            <p:nvPr/>
          </p:nvSpPr>
          <p:spPr>
            <a:xfrm>
              <a:off x="761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0" name="Person205"/>
          <p:cNvGrpSpPr/>
          <p:nvPr/>
        </p:nvGrpSpPr>
        <p:grpSpPr>
          <a:xfrm>
            <a:off x="7735728" y="5010150"/>
            <a:ext cx="122872" cy="298989"/>
            <a:chOff x="7735728" y="5010150"/>
            <a:chExt cx="122872" cy="298989"/>
          </a:xfrm>
        </p:grpSpPr>
        <p:sp>
          <p:nvSpPr>
            <p:cNvPr id="1031" name="Oval 1030"/>
            <p:cNvSpPr/>
            <p:nvPr/>
          </p:nvSpPr>
          <p:spPr>
            <a:xfrm>
              <a:off x="7764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2" name="Rounded Rectangle 1031"/>
            <p:cNvSpPr/>
            <p:nvPr/>
          </p:nvSpPr>
          <p:spPr>
            <a:xfrm>
              <a:off x="7735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angle 1032"/>
            <p:cNvSpPr/>
            <p:nvPr/>
          </p:nvSpPr>
          <p:spPr>
            <a:xfrm>
              <a:off x="7743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angle 1033"/>
            <p:cNvSpPr/>
            <p:nvPr/>
          </p:nvSpPr>
          <p:spPr>
            <a:xfrm>
              <a:off x="7809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5" name="Person206"/>
          <p:cNvGrpSpPr/>
          <p:nvPr/>
        </p:nvGrpSpPr>
        <p:grpSpPr>
          <a:xfrm>
            <a:off x="7926228" y="5010150"/>
            <a:ext cx="122872" cy="298989"/>
            <a:chOff x="7926228" y="5010150"/>
            <a:chExt cx="122872" cy="298989"/>
          </a:xfrm>
        </p:grpSpPr>
        <p:sp>
          <p:nvSpPr>
            <p:cNvPr id="1036" name="Oval 1035"/>
            <p:cNvSpPr/>
            <p:nvPr/>
          </p:nvSpPr>
          <p:spPr>
            <a:xfrm>
              <a:off x="7954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ounded Rectangle 1036"/>
            <p:cNvSpPr/>
            <p:nvPr/>
          </p:nvSpPr>
          <p:spPr>
            <a:xfrm>
              <a:off x="7926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angle 1037"/>
            <p:cNvSpPr/>
            <p:nvPr/>
          </p:nvSpPr>
          <p:spPr>
            <a:xfrm>
              <a:off x="7934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angle 1038"/>
            <p:cNvSpPr/>
            <p:nvPr/>
          </p:nvSpPr>
          <p:spPr>
            <a:xfrm>
              <a:off x="7999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0" name="Person207"/>
          <p:cNvGrpSpPr/>
          <p:nvPr/>
        </p:nvGrpSpPr>
        <p:grpSpPr>
          <a:xfrm>
            <a:off x="8116728" y="5010150"/>
            <a:ext cx="122872" cy="298989"/>
            <a:chOff x="8116728" y="5010150"/>
            <a:chExt cx="122872" cy="298989"/>
          </a:xfrm>
        </p:grpSpPr>
        <p:sp>
          <p:nvSpPr>
            <p:cNvPr id="1041" name="Oval 1040"/>
            <p:cNvSpPr/>
            <p:nvPr/>
          </p:nvSpPr>
          <p:spPr>
            <a:xfrm>
              <a:off x="8145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ounded Rectangle 1041"/>
            <p:cNvSpPr/>
            <p:nvPr/>
          </p:nvSpPr>
          <p:spPr>
            <a:xfrm>
              <a:off x="8116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angle 1042"/>
            <p:cNvSpPr/>
            <p:nvPr/>
          </p:nvSpPr>
          <p:spPr>
            <a:xfrm>
              <a:off x="8124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angle 1043"/>
            <p:cNvSpPr/>
            <p:nvPr/>
          </p:nvSpPr>
          <p:spPr>
            <a:xfrm>
              <a:off x="8190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5" name="Person208"/>
          <p:cNvGrpSpPr/>
          <p:nvPr/>
        </p:nvGrpSpPr>
        <p:grpSpPr>
          <a:xfrm>
            <a:off x="8307228" y="5010150"/>
            <a:ext cx="122872" cy="298989"/>
            <a:chOff x="8307228" y="5010150"/>
            <a:chExt cx="122872" cy="298989"/>
          </a:xfrm>
        </p:grpSpPr>
        <p:sp>
          <p:nvSpPr>
            <p:cNvPr id="1046" name="Oval 1045"/>
            <p:cNvSpPr/>
            <p:nvPr/>
          </p:nvSpPr>
          <p:spPr>
            <a:xfrm>
              <a:off x="83358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ounded Rectangle 1046"/>
            <p:cNvSpPr/>
            <p:nvPr/>
          </p:nvSpPr>
          <p:spPr>
            <a:xfrm>
              <a:off x="8307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8315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angle 1048"/>
            <p:cNvSpPr/>
            <p:nvPr/>
          </p:nvSpPr>
          <p:spPr>
            <a:xfrm>
              <a:off x="8380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0" name="Person209"/>
          <p:cNvGrpSpPr/>
          <p:nvPr/>
        </p:nvGrpSpPr>
        <p:grpSpPr>
          <a:xfrm>
            <a:off x="8497728" y="5010150"/>
            <a:ext cx="122872" cy="298989"/>
            <a:chOff x="8497728" y="5010150"/>
            <a:chExt cx="122872" cy="298989"/>
          </a:xfrm>
        </p:grpSpPr>
        <p:sp>
          <p:nvSpPr>
            <p:cNvPr id="1051" name="Oval 1050"/>
            <p:cNvSpPr/>
            <p:nvPr/>
          </p:nvSpPr>
          <p:spPr>
            <a:xfrm>
              <a:off x="8526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ounded Rectangle 1051"/>
            <p:cNvSpPr/>
            <p:nvPr/>
          </p:nvSpPr>
          <p:spPr>
            <a:xfrm>
              <a:off x="8497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angle 1052"/>
            <p:cNvSpPr/>
            <p:nvPr/>
          </p:nvSpPr>
          <p:spPr>
            <a:xfrm>
              <a:off x="8505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angle 1053"/>
            <p:cNvSpPr/>
            <p:nvPr/>
          </p:nvSpPr>
          <p:spPr>
            <a:xfrm>
              <a:off x="8571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5" name="Person210"/>
          <p:cNvGrpSpPr/>
          <p:nvPr/>
        </p:nvGrpSpPr>
        <p:grpSpPr>
          <a:xfrm>
            <a:off x="8688228" y="5010150"/>
            <a:ext cx="122872" cy="298989"/>
            <a:chOff x="8688228" y="5010150"/>
            <a:chExt cx="122872" cy="298989"/>
          </a:xfrm>
        </p:grpSpPr>
        <p:sp>
          <p:nvSpPr>
            <p:cNvPr id="1056" name="Oval 1055"/>
            <p:cNvSpPr/>
            <p:nvPr/>
          </p:nvSpPr>
          <p:spPr>
            <a:xfrm>
              <a:off x="8716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ounded Rectangle 1056"/>
            <p:cNvSpPr/>
            <p:nvPr/>
          </p:nvSpPr>
          <p:spPr>
            <a:xfrm>
              <a:off x="8688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angle 1057"/>
            <p:cNvSpPr/>
            <p:nvPr/>
          </p:nvSpPr>
          <p:spPr>
            <a:xfrm>
              <a:off x="8696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angle 1058"/>
            <p:cNvSpPr/>
            <p:nvPr/>
          </p:nvSpPr>
          <p:spPr>
            <a:xfrm>
              <a:off x="8761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0" name="Person211"/>
          <p:cNvGrpSpPr/>
          <p:nvPr/>
        </p:nvGrpSpPr>
        <p:grpSpPr>
          <a:xfrm>
            <a:off x="8878728" y="5010150"/>
            <a:ext cx="122872" cy="298989"/>
            <a:chOff x="8878728" y="5010150"/>
            <a:chExt cx="122872" cy="298989"/>
          </a:xfrm>
        </p:grpSpPr>
        <p:sp>
          <p:nvSpPr>
            <p:cNvPr id="1061" name="Oval 1060"/>
            <p:cNvSpPr/>
            <p:nvPr/>
          </p:nvSpPr>
          <p:spPr>
            <a:xfrm>
              <a:off x="8907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ounded Rectangle 1061"/>
            <p:cNvSpPr/>
            <p:nvPr/>
          </p:nvSpPr>
          <p:spPr>
            <a:xfrm>
              <a:off x="8878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angle 1062"/>
            <p:cNvSpPr/>
            <p:nvPr/>
          </p:nvSpPr>
          <p:spPr>
            <a:xfrm>
              <a:off x="8886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angle 1063"/>
            <p:cNvSpPr/>
            <p:nvPr/>
          </p:nvSpPr>
          <p:spPr>
            <a:xfrm>
              <a:off x="8952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5" name="Person212"/>
          <p:cNvGrpSpPr/>
          <p:nvPr/>
        </p:nvGrpSpPr>
        <p:grpSpPr>
          <a:xfrm>
            <a:off x="9069228" y="5010150"/>
            <a:ext cx="122872" cy="298989"/>
            <a:chOff x="9069228" y="5010150"/>
            <a:chExt cx="122872" cy="298989"/>
          </a:xfrm>
        </p:grpSpPr>
        <p:sp>
          <p:nvSpPr>
            <p:cNvPr id="1066" name="Oval 1065"/>
            <p:cNvSpPr/>
            <p:nvPr/>
          </p:nvSpPr>
          <p:spPr>
            <a:xfrm>
              <a:off x="9097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ounded Rectangle 1066"/>
            <p:cNvSpPr/>
            <p:nvPr/>
          </p:nvSpPr>
          <p:spPr>
            <a:xfrm>
              <a:off x="9069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angle 1067"/>
            <p:cNvSpPr/>
            <p:nvPr/>
          </p:nvSpPr>
          <p:spPr>
            <a:xfrm>
              <a:off x="9077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angle 1068"/>
            <p:cNvSpPr/>
            <p:nvPr/>
          </p:nvSpPr>
          <p:spPr>
            <a:xfrm>
              <a:off x="9142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0" name="Person213"/>
          <p:cNvGrpSpPr/>
          <p:nvPr/>
        </p:nvGrpSpPr>
        <p:grpSpPr>
          <a:xfrm>
            <a:off x="9259728" y="5010150"/>
            <a:ext cx="122872" cy="298989"/>
            <a:chOff x="9259728" y="5010150"/>
            <a:chExt cx="122872" cy="298989"/>
          </a:xfrm>
        </p:grpSpPr>
        <p:sp>
          <p:nvSpPr>
            <p:cNvPr id="1071" name="Oval 1070"/>
            <p:cNvSpPr/>
            <p:nvPr/>
          </p:nvSpPr>
          <p:spPr>
            <a:xfrm>
              <a:off x="9288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2" name="Rounded Rectangle 1071"/>
            <p:cNvSpPr/>
            <p:nvPr/>
          </p:nvSpPr>
          <p:spPr>
            <a:xfrm>
              <a:off x="9259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ectangle 1072"/>
            <p:cNvSpPr/>
            <p:nvPr/>
          </p:nvSpPr>
          <p:spPr>
            <a:xfrm>
              <a:off x="9267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angle 1073"/>
            <p:cNvSpPr/>
            <p:nvPr/>
          </p:nvSpPr>
          <p:spPr>
            <a:xfrm>
              <a:off x="9333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5" name="Person214"/>
          <p:cNvGrpSpPr/>
          <p:nvPr/>
        </p:nvGrpSpPr>
        <p:grpSpPr>
          <a:xfrm>
            <a:off x="9450228" y="5010150"/>
            <a:ext cx="122872" cy="298989"/>
            <a:chOff x="9450228" y="5010150"/>
            <a:chExt cx="122872" cy="298989"/>
          </a:xfrm>
        </p:grpSpPr>
        <p:sp>
          <p:nvSpPr>
            <p:cNvPr id="1076" name="Oval 1075"/>
            <p:cNvSpPr/>
            <p:nvPr/>
          </p:nvSpPr>
          <p:spPr>
            <a:xfrm>
              <a:off x="9478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ounded Rectangle 1076"/>
            <p:cNvSpPr/>
            <p:nvPr/>
          </p:nvSpPr>
          <p:spPr>
            <a:xfrm>
              <a:off x="9450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angle 1077"/>
            <p:cNvSpPr/>
            <p:nvPr/>
          </p:nvSpPr>
          <p:spPr>
            <a:xfrm>
              <a:off x="9458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angle 1078"/>
            <p:cNvSpPr/>
            <p:nvPr/>
          </p:nvSpPr>
          <p:spPr>
            <a:xfrm>
              <a:off x="9523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0" name="Person215"/>
          <p:cNvGrpSpPr/>
          <p:nvPr/>
        </p:nvGrpSpPr>
        <p:grpSpPr>
          <a:xfrm>
            <a:off x="9640728" y="5010150"/>
            <a:ext cx="122872" cy="298989"/>
            <a:chOff x="9640728" y="5010150"/>
            <a:chExt cx="122872" cy="298989"/>
          </a:xfrm>
        </p:grpSpPr>
        <p:sp>
          <p:nvSpPr>
            <p:cNvPr id="1081" name="Oval 1080"/>
            <p:cNvSpPr/>
            <p:nvPr/>
          </p:nvSpPr>
          <p:spPr>
            <a:xfrm>
              <a:off x="9669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ounded Rectangle 1081"/>
            <p:cNvSpPr/>
            <p:nvPr/>
          </p:nvSpPr>
          <p:spPr>
            <a:xfrm>
              <a:off x="9640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angle 1082"/>
            <p:cNvSpPr/>
            <p:nvPr/>
          </p:nvSpPr>
          <p:spPr>
            <a:xfrm>
              <a:off x="9648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angle 1083"/>
            <p:cNvSpPr/>
            <p:nvPr/>
          </p:nvSpPr>
          <p:spPr>
            <a:xfrm>
              <a:off x="9714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5" name="Person216"/>
          <p:cNvGrpSpPr/>
          <p:nvPr/>
        </p:nvGrpSpPr>
        <p:grpSpPr>
          <a:xfrm>
            <a:off x="9831228" y="5010150"/>
            <a:ext cx="122872" cy="298989"/>
            <a:chOff x="9831228" y="5010150"/>
            <a:chExt cx="122872" cy="298989"/>
          </a:xfrm>
        </p:grpSpPr>
        <p:sp>
          <p:nvSpPr>
            <p:cNvPr id="1086" name="Oval 1085"/>
            <p:cNvSpPr/>
            <p:nvPr/>
          </p:nvSpPr>
          <p:spPr>
            <a:xfrm>
              <a:off x="9859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ounded Rectangle 1086"/>
            <p:cNvSpPr/>
            <p:nvPr/>
          </p:nvSpPr>
          <p:spPr>
            <a:xfrm>
              <a:off x="9831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angle 1087"/>
            <p:cNvSpPr/>
            <p:nvPr/>
          </p:nvSpPr>
          <p:spPr>
            <a:xfrm>
              <a:off x="9839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angle 1088"/>
            <p:cNvSpPr/>
            <p:nvPr/>
          </p:nvSpPr>
          <p:spPr>
            <a:xfrm>
              <a:off x="9904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0" name="Person217"/>
          <p:cNvGrpSpPr/>
          <p:nvPr/>
        </p:nvGrpSpPr>
        <p:grpSpPr>
          <a:xfrm>
            <a:off x="10021728" y="5010150"/>
            <a:ext cx="122872" cy="298989"/>
            <a:chOff x="10021728" y="5010150"/>
            <a:chExt cx="122872" cy="298989"/>
          </a:xfrm>
        </p:grpSpPr>
        <p:sp>
          <p:nvSpPr>
            <p:cNvPr id="1091" name="Oval 1090"/>
            <p:cNvSpPr/>
            <p:nvPr/>
          </p:nvSpPr>
          <p:spPr>
            <a:xfrm>
              <a:off x="10050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ounded Rectangle 1091"/>
            <p:cNvSpPr/>
            <p:nvPr/>
          </p:nvSpPr>
          <p:spPr>
            <a:xfrm>
              <a:off x="10021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angle 1092"/>
            <p:cNvSpPr/>
            <p:nvPr/>
          </p:nvSpPr>
          <p:spPr>
            <a:xfrm>
              <a:off x="10029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angle 1093"/>
            <p:cNvSpPr/>
            <p:nvPr/>
          </p:nvSpPr>
          <p:spPr>
            <a:xfrm>
              <a:off x="10095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5" name="Person218"/>
          <p:cNvGrpSpPr/>
          <p:nvPr/>
        </p:nvGrpSpPr>
        <p:grpSpPr>
          <a:xfrm>
            <a:off x="10212228" y="5010150"/>
            <a:ext cx="122872" cy="298989"/>
            <a:chOff x="10212228" y="5010150"/>
            <a:chExt cx="122872" cy="298989"/>
          </a:xfrm>
        </p:grpSpPr>
        <p:sp>
          <p:nvSpPr>
            <p:cNvPr id="1096" name="Oval 1095"/>
            <p:cNvSpPr/>
            <p:nvPr/>
          </p:nvSpPr>
          <p:spPr>
            <a:xfrm>
              <a:off x="10240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ounded Rectangle 1096"/>
            <p:cNvSpPr/>
            <p:nvPr/>
          </p:nvSpPr>
          <p:spPr>
            <a:xfrm>
              <a:off x="10212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angle 1097"/>
            <p:cNvSpPr/>
            <p:nvPr/>
          </p:nvSpPr>
          <p:spPr>
            <a:xfrm>
              <a:off x="10220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angle 1098"/>
            <p:cNvSpPr/>
            <p:nvPr/>
          </p:nvSpPr>
          <p:spPr>
            <a:xfrm>
              <a:off x="10285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0" name="Person219"/>
          <p:cNvGrpSpPr/>
          <p:nvPr/>
        </p:nvGrpSpPr>
        <p:grpSpPr>
          <a:xfrm>
            <a:off x="10402728" y="5010150"/>
            <a:ext cx="122872" cy="298989"/>
            <a:chOff x="10402728" y="5010150"/>
            <a:chExt cx="122872" cy="298989"/>
          </a:xfrm>
        </p:grpSpPr>
        <p:sp>
          <p:nvSpPr>
            <p:cNvPr id="1101" name="Oval 1100"/>
            <p:cNvSpPr/>
            <p:nvPr/>
          </p:nvSpPr>
          <p:spPr>
            <a:xfrm>
              <a:off x="10431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ounded Rectangle 1101"/>
            <p:cNvSpPr/>
            <p:nvPr/>
          </p:nvSpPr>
          <p:spPr>
            <a:xfrm>
              <a:off x="10402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angle 1102"/>
            <p:cNvSpPr/>
            <p:nvPr/>
          </p:nvSpPr>
          <p:spPr>
            <a:xfrm>
              <a:off x="10410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angle 1103"/>
            <p:cNvSpPr/>
            <p:nvPr/>
          </p:nvSpPr>
          <p:spPr>
            <a:xfrm>
              <a:off x="10476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5" name="Person220"/>
          <p:cNvGrpSpPr/>
          <p:nvPr/>
        </p:nvGrpSpPr>
        <p:grpSpPr>
          <a:xfrm>
            <a:off x="10593228" y="5010150"/>
            <a:ext cx="122872" cy="298989"/>
            <a:chOff x="10593228" y="5010150"/>
            <a:chExt cx="122872" cy="298989"/>
          </a:xfrm>
        </p:grpSpPr>
        <p:sp>
          <p:nvSpPr>
            <p:cNvPr id="1106" name="Oval 1105"/>
            <p:cNvSpPr/>
            <p:nvPr/>
          </p:nvSpPr>
          <p:spPr>
            <a:xfrm>
              <a:off x="1062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ounded Rectangle 1106"/>
            <p:cNvSpPr/>
            <p:nvPr/>
          </p:nvSpPr>
          <p:spPr>
            <a:xfrm>
              <a:off x="1059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angle 1107"/>
            <p:cNvSpPr/>
            <p:nvPr/>
          </p:nvSpPr>
          <p:spPr>
            <a:xfrm>
              <a:off x="1060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angle 1108"/>
            <p:cNvSpPr/>
            <p:nvPr/>
          </p:nvSpPr>
          <p:spPr>
            <a:xfrm>
              <a:off x="1066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0" name="Person221"/>
          <p:cNvGrpSpPr/>
          <p:nvPr/>
        </p:nvGrpSpPr>
        <p:grpSpPr>
          <a:xfrm>
            <a:off x="10783728" y="5010150"/>
            <a:ext cx="122872" cy="298989"/>
            <a:chOff x="10783728" y="5010150"/>
            <a:chExt cx="122872" cy="298989"/>
          </a:xfrm>
        </p:grpSpPr>
        <p:sp>
          <p:nvSpPr>
            <p:cNvPr id="1111" name="Oval 1110"/>
            <p:cNvSpPr/>
            <p:nvPr/>
          </p:nvSpPr>
          <p:spPr>
            <a:xfrm>
              <a:off x="10812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ounded Rectangle 1111"/>
            <p:cNvSpPr/>
            <p:nvPr/>
          </p:nvSpPr>
          <p:spPr>
            <a:xfrm>
              <a:off x="1078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3" name="Rectangle 1112"/>
            <p:cNvSpPr/>
            <p:nvPr/>
          </p:nvSpPr>
          <p:spPr>
            <a:xfrm>
              <a:off x="1079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angle 1113"/>
            <p:cNvSpPr/>
            <p:nvPr/>
          </p:nvSpPr>
          <p:spPr>
            <a:xfrm>
              <a:off x="1085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5" name="Person222"/>
          <p:cNvGrpSpPr/>
          <p:nvPr/>
        </p:nvGrpSpPr>
        <p:grpSpPr>
          <a:xfrm>
            <a:off x="10974228" y="5010150"/>
            <a:ext cx="122872" cy="298989"/>
            <a:chOff x="10974228" y="5010150"/>
            <a:chExt cx="122872" cy="298989"/>
          </a:xfrm>
        </p:grpSpPr>
        <p:sp>
          <p:nvSpPr>
            <p:cNvPr id="1116" name="Oval 1115"/>
            <p:cNvSpPr/>
            <p:nvPr/>
          </p:nvSpPr>
          <p:spPr>
            <a:xfrm>
              <a:off x="1100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ounded Rectangle 1116"/>
            <p:cNvSpPr/>
            <p:nvPr/>
          </p:nvSpPr>
          <p:spPr>
            <a:xfrm>
              <a:off x="1097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angle 1117"/>
            <p:cNvSpPr/>
            <p:nvPr/>
          </p:nvSpPr>
          <p:spPr>
            <a:xfrm>
              <a:off x="1098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angle 1118"/>
            <p:cNvSpPr/>
            <p:nvPr/>
          </p:nvSpPr>
          <p:spPr>
            <a:xfrm>
              <a:off x="1104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0" name="Person223"/>
          <p:cNvGrpSpPr/>
          <p:nvPr/>
        </p:nvGrpSpPr>
        <p:grpSpPr>
          <a:xfrm>
            <a:off x="11164728" y="5010150"/>
            <a:ext cx="122872" cy="298989"/>
            <a:chOff x="11164728" y="5010150"/>
            <a:chExt cx="122872" cy="298989"/>
          </a:xfrm>
        </p:grpSpPr>
        <p:sp>
          <p:nvSpPr>
            <p:cNvPr id="1121" name="Oval 1120"/>
            <p:cNvSpPr/>
            <p:nvPr/>
          </p:nvSpPr>
          <p:spPr>
            <a:xfrm>
              <a:off x="1119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ounded Rectangle 1121"/>
            <p:cNvSpPr/>
            <p:nvPr/>
          </p:nvSpPr>
          <p:spPr>
            <a:xfrm>
              <a:off x="1116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angle 1122"/>
            <p:cNvSpPr/>
            <p:nvPr/>
          </p:nvSpPr>
          <p:spPr>
            <a:xfrm>
              <a:off x="1117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angle 1123"/>
            <p:cNvSpPr/>
            <p:nvPr/>
          </p:nvSpPr>
          <p:spPr>
            <a:xfrm>
              <a:off x="1123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5" name="Person224"/>
          <p:cNvGrpSpPr/>
          <p:nvPr/>
        </p:nvGrpSpPr>
        <p:grpSpPr>
          <a:xfrm>
            <a:off x="11355228" y="5010150"/>
            <a:ext cx="122872" cy="298989"/>
            <a:chOff x="11355228" y="5010150"/>
            <a:chExt cx="122872" cy="298989"/>
          </a:xfrm>
        </p:grpSpPr>
        <p:sp>
          <p:nvSpPr>
            <p:cNvPr id="1126" name="Oval 1125"/>
            <p:cNvSpPr/>
            <p:nvPr/>
          </p:nvSpPr>
          <p:spPr>
            <a:xfrm>
              <a:off x="1138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ounded Rectangle 1126"/>
            <p:cNvSpPr/>
            <p:nvPr/>
          </p:nvSpPr>
          <p:spPr>
            <a:xfrm>
              <a:off x="1135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angle 1127"/>
            <p:cNvSpPr/>
            <p:nvPr/>
          </p:nvSpPr>
          <p:spPr>
            <a:xfrm>
              <a:off x="1136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angle 1128"/>
            <p:cNvSpPr/>
            <p:nvPr/>
          </p:nvSpPr>
          <p:spPr>
            <a:xfrm>
              <a:off x="1142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0" name="Person225"/>
          <p:cNvGrpSpPr/>
          <p:nvPr/>
        </p:nvGrpSpPr>
        <p:grpSpPr>
          <a:xfrm>
            <a:off x="6783228" y="5410200"/>
            <a:ext cx="122872" cy="298989"/>
            <a:chOff x="6783228" y="5410200"/>
            <a:chExt cx="122872" cy="298989"/>
          </a:xfrm>
        </p:grpSpPr>
        <p:sp>
          <p:nvSpPr>
            <p:cNvPr id="1131" name="Oval 1130"/>
            <p:cNvSpPr/>
            <p:nvPr/>
          </p:nvSpPr>
          <p:spPr>
            <a:xfrm>
              <a:off x="681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ounded Rectangle 1131"/>
            <p:cNvSpPr/>
            <p:nvPr/>
          </p:nvSpPr>
          <p:spPr>
            <a:xfrm>
              <a:off x="678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angle 1132"/>
            <p:cNvSpPr/>
            <p:nvPr/>
          </p:nvSpPr>
          <p:spPr>
            <a:xfrm>
              <a:off x="679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angle 1133"/>
            <p:cNvSpPr/>
            <p:nvPr/>
          </p:nvSpPr>
          <p:spPr>
            <a:xfrm>
              <a:off x="685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5" name="Person226"/>
          <p:cNvGrpSpPr/>
          <p:nvPr/>
        </p:nvGrpSpPr>
        <p:grpSpPr>
          <a:xfrm>
            <a:off x="6973728" y="5410200"/>
            <a:ext cx="122872" cy="298989"/>
            <a:chOff x="6973728" y="5410200"/>
            <a:chExt cx="122872" cy="298989"/>
          </a:xfrm>
        </p:grpSpPr>
        <p:sp>
          <p:nvSpPr>
            <p:cNvPr id="1136" name="Oval 1135"/>
            <p:cNvSpPr/>
            <p:nvPr/>
          </p:nvSpPr>
          <p:spPr>
            <a:xfrm>
              <a:off x="7002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ounded Rectangle 1136"/>
            <p:cNvSpPr/>
            <p:nvPr/>
          </p:nvSpPr>
          <p:spPr>
            <a:xfrm>
              <a:off x="697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angle 1137"/>
            <p:cNvSpPr/>
            <p:nvPr/>
          </p:nvSpPr>
          <p:spPr>
            <a:xfrm>
              <a:off x="698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704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0" name="Person227"/>
          <p:cNvGrpSpPr/>
          <p:nvPr/>
        </p:nvGrpSpPr>
        <p:grpSpPr>
          <a:xfrm>
            <a:off x="7164228" y="5410200"/>
            <a:ext cx="122872" cy="298989"/>
            <a:chOff x="7164228" y="5410200"/>
            <a:chExt cx="122872" cy="298989"/>
          </a:xfrm>
        </p:grpSpPr>
        <p:sp>
          <p:nvSpPr>
            <p:cNvPr id="1141" name="Oval 1140"/>
            <p:cNvSpPr/>
            <p:nvPr/>
          </p:nvSpPr>
          <p:spPr>
            <a:xfrm>
              <a:off x="719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ounded Rectangle 1141"/>
            <p:cNvSpPr/>
            <p:nvPr/>
          </p:nvSpPr>
          <p:spPr>
            <a:xfrm>
              <a:off x="716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angle 1142"/>
            <p:cNvSpPr/>
            <p:nvPr/>
          </p:nvSpPr>
          <p:spPr>
            <a:xfrm>
              <a:off x="717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angle 1143"/>
            <p:cNvSpPr/>
            <p:nvPr/>
          </p:nvSpPr>
          <p:spPr>
            <a:xfrm>
              <a:off x="723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5" name="Person228"/>
          <p:cNvGrpSpPr/>
          <p:nvPr/>
        </p:nvGrpSpPr>
        <p:grpSpPr>
          <a:xfrm>
            <a:off x="7354728" y="5410200"/>
            <a:ext cx="122872" cy="298989"/>
            <a:chOff x="7354728" y="5410200"/>
            <a:chExt cx="122872" cy="298989"/>
          </a:xfrm>
        </p:grpSpPr>
        <p:sp>
          <p:nvSpPr>
            <p:cNvPr id="1146" name="Oval 1145"/>
            <p:cNvSpPr/>
            <p:nvPr/>
          </p:nvSpPr>
          <p:spPr>
            <a:xfrm>
              <a:off x="738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ounded Rectangle 1146"/>
            <p:cNvSpPr/>
            <p:nvPr/>
          </p:nvSpPr>
          <p:spPr>
            <a:xfrm>
              <a:off x="735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angle 1147"/>
            <p:cNvSpPr/>
            <p:nvPr/>
          </p:nvSpPr>
          <p:spPr>
            <a:xfrm>
              <a:off x="736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angle 1148"/>
            <p:cNvSpPr/>
            <p:nvPr/>
          </p:nvSpPr>
          <p:spPr>
            <a:xfrm>
              <a:off x="742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0" name="Person229"/>
          <p:cNvGrpSpPr/>
          <p:nvPr/>
        </p:nvGrpSpPr>
        <p:grpSpPr>
          <a:xfrm>
            <a:off x="7545228" y="5410200"/>
            <a:ext cx="122872" cy="298989"/>
            <a:chOff x="7545228" y="5410200"/>
            <a:chExt cx="122872" cy="298989"/>
          </a:xfrm>
        </p:grpSpPr>
        <p:sp>
          <p:nvSpPr>
            <p:cNvPr id="1151" name="Oval 1150"/>
            <p:cNvSpPr/>
            <p:nvPr/>
          </p:nvSpPr>
          <p:spPr>
            <a:xfrm>
              <a:off x="757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2" name="Rounded Rectangle 1151"/>
            <p:cNvSpPr/>
            <p:nvPr/>
          </p:nvSpPr>
          <p:spPr>
            <a:xfrm>
              <a:off x="754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3" name="Rectangle 1152"/>
            <p:cNvSpPr/>
            <p:nvPr/>
          </p:nvSpPr>
          <p:spPr>
            <a:xfrm>
              <a:off x="755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761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5" name="Person230"/>
          <p:cNvGrpSpPr/>
          <p:nvPr/>
        </p:nvGrpSpPr>
        <p:grpSpPr>
          <a:xfrm>
            <a:off x="7735728" y="5410200"/>
            <a:ext cx="122872" cy="298989"/>
            <a:chOff x="7735728" y="5410200"/>
            <a:chExt cx="122872" cy="298989"/>
          </a:xfrm>
        </p:grpSpPr>
        <p:sp>
          <p:nvSpPr>
            <p:cNvPr id="1156" name="Oval 1155"/>
            <p:cNvSpPr/>
            <p:nvPr/>
          </p:nvSpPr>
          <p:spPr>
            <a:xfrm>
              <a:off x="7764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ounded Rectangle 1156"/>
            <p:cNvSpPr/>
            <p:nvPr/>
          </p:nvSpPr>
          <p:spPr>
            <a:xfrm>
              <a:off x="7735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angle 1157"/>
            <p:cNvSpPr/>
            <p:nvPr/>
          </p:nvSpPr>
          <p:spPr>
            <a:xfrm>
              <a:off x="7743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7809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0" name="Person231"/>
          <p:cNvGrpSpPr/>
          <p:nvPr/>
        </p:nvGrpSpPr>
        <p:grpSpPr>
          <a:xfrm>
            <a:off x="7926228" y="5410200"/>
            <a:ext cx="122872" cy="298989"/>
            <a:chOff x="7926228" y="5410200"/>
            <a:chExt cx="122872" cy="298989"/>
          </a:xfrm>
        </p:grpSpPr>
        <p:sp>
          <p:nvSpPr>
            <p:cNvPr id="1161" name="Oval 1160"/>
            <p:cNvSpPr/>
            <p:nvPr/>
          </p:nvSpPr>
          <p:spPr>
            <a:xfrm>
              <a:off x="7954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" name="Rounded Rectangle 1161"/>
            <p:cNvSpPr/>
            <p:nvPr/>
          </p:nvSpPr>
          <p:spPr>
            <a:xfrm>
              <a:off x="7926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angle 1162"/>
            <p:cNvSpPr/>
            <p:nvPr/>
          </p:nvSpPr>
          <p:spPr>
            <a:xfrm>
              <a:off x="7934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angle 1163"/>
            <p:cNvSpPr/>
            <p:nvPr/>
          </p:nvSpPr>
          <p:spPr>
            <a:xfrm>
              <a:off x="7999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5" name="Person232"/>
          <p:cNvGrpSpPr/>
          <p:nvPr/>
        </p:nvGrpSpPr>
        <p:grpSpPr>
          <a:xfrm>
            <a:off x="8116728" y="5410200"/>
            <a:ext cx="122872" cy="298989"/>
            <a:chOff x="8116728" y="5410200"/>
            <a:chExt cx="122872" cy="298989"/>
          </a:xfrm>
        </p:grpSpPr>
        <p:sp>
          <p:nvSpPr>
            <p:cNvPr id="1166" name="Oval 1165"/>
            <p:cNvSpPr/>
            <p:nvPr/>
          </p:nvSpPr>
          <p:spPr>
            <a:xfrm>
              <a:off x="8145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ounded Rectangle 1166"/>
            <p:cNvSpPr/>
            <p:nvPr/>
          </p:nvSpPr>
          <p:spPr>
            <a:xfrm>
              <a:off x="8116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angle 1167"/>
            <p:cNvSpPr/>
            <p:nvPr/>
          </p:nvSpPr>
          <p:spPr>
            <a:xfrm>
              <a:off x="8124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angle 1168"/>
            <p:cNvSpPr/>
            <p:nvPr/>
          </p:nvSpPr>
          <p:spPr>
            <a:xfrm>
              <a:off x="8190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0" name="Person233"/>
          <p:cNvGrpSpPr/>
          <p:nvPr/>
        </p:nvGrpSpPr>
        <p:grpSpPr>
          <a:xfrm>
            <a:off x="8307228" y="5410200"/>
            <a:ext cx="122872" cy="298989"/>
            <a:chOff x="8307228" y="5410200"/>
            <a:chExt cx="122872" cy="298989"/>
          </a:xfrm>
        </p:grpSpPr>
        <p:sp>
          <p:nvSpPr>
            <p:cNvPr id="1171" name="Oval 1170"/>
            <p:cNvSpPr/>
            <p:nvPr/>
          </p:nvSpPr>
          <p:spPr>
            <a:xfrm>
              <a:off x="83358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ounded Rectangle 1171"/>
            <p:cNvSpPr/>
            <p:nvPr/>
          </p:nvSpPr>
          <p:spPr>
            <a:xfrm>
              <a:off x="8307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angle 1172"/>
            <p:cNvSpPr/>
            <p:nvPr/>
          </p:nvSpPr>
          <p:spPr>
            <a:xfrm>
              <a:off x="8315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angle 1173"/>
            <p:cNvSpPr/>
            <p:nvPr/>
          </p:nvSpPr>
          <p:spPr>
            <a:xfrm>
              <a:off x="8380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5" name="Person234"/>
          <p:cNvGrpSpPr/>
          <p:nvPr/>
        </p:nvGrpSpPr>
        <p:grpSpPr>
          <a:xfrm>
            <a:off x="8497728" y="5410200"/>
            <a:ext cx="122872" cy="298989"/>
            <a:chOff x="8497728" y="5410200"/>
            <a:chExt cx="122872" cy="298989"/>
          </a:xfrm>
        </p:grpSpPr>
        <p:sp>
          <p:nvSpPr>
            <p:cNvPr id="1176" name="Oval 1175"/>
            <p:cNvSpPr/>
            <p:nvPr/>
          </p:nvSpPr>
          <p:spPr>
            <a:xfrm>
              <a:off x="8526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ounded Rectangle 1176"/>
            <p:cNvSpPr/>
            <p:nvPr/>
          </p:nvSpPr>
          <p:spPr>
            <a:xfrm>
              <a:off x="8497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angle 1177"/>
            <p:cNvSpPr/>
            <p:nvPr/>
          </p:nvSpPr>
          <p:spPr>
            <a:xfrm>
              <a:off x="8505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8571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0" name="Person235"/>
          <p:cNvGrpSpPr/>
          <p:nvPr/>
        </p:nvGrpSpPr>
        <p:grpSpPr>
          <a:xfrm>
            <a:off x="8688228" y="5410200"/>
            <a:ext cx="122872" cy="298989"/>
            <a:chOff x="8688228" y="5410200"/>
            <a:chExt cx="122872" cy="298989"/>
          </a:xfrm>
        </p:grpSpPr>
        <p:sp>
          <p:nvSpPr>
            <p:cNvPr id="1181" name="Oval 1180"/>
            <p:cNvSpPr/>
            <p:nvPr/>
          </p:nvSpPr>
          <p:spPr>
            <a:xfrm>
              <a:off x="8716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ounded Rectangle 1181"/>
            <p:cNvSpPr/>
            <p:nvPr/>
          </p:nvSpPr>
          <p:spPr>
            <a:xfrm>
              <a:off x="8688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angle 1182"/>
            <p:cNvSpPr/>
            <p:nvPr/>
          </p:nvSpPr>
          <p:spPr>
            <a:xfrm>
              <a:off x="8696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angle 1183"/>
            <p:cNvSpPr/>
            <p:nvPr/>
          </p:nvSpPr>
          <p:spPr>
            <a:xfrm>
              <a:off x="8761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5" name="Person236"/>
          <p:cNvGrpSpPr/>
          <p:nvPr/>
        </p:nvGrpSpPr>
        <p:grpSpPr>
          <a:xfrm>
            <a:off x="8878728" y="5410200"/>
            <a:ext cx="122872" cy="298989"/>
            <a:chOff x="8878728" y="5410200"/>
            <a:chExt cx="122872" cy="298989"/>
          </a:xfrm>
        </p:grpSpPr>
        <p:sp>
          <p:nvSpPr>
            <p:cNvPr id="1186" name="Oval 1185"/>
            <p:cNvSpPr/>
            <p:nvPr/>
          </p:nvSpPr>
          <p:spPr>
            <a:xfrm>
              <a:off x="8907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ounded Rectangle 1186"/>
            <p:cNvSpPr/>
            <p:nvPr/>
          </p:nvSpPr>
          <p:spPr>
            <a:xfrm>
              <a:off x="8878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angle 1187"/>
            <p:cNvSpPr/>
            <p:nvPr/>
          </p:nvSpPr>
          <p:spPr>
            <a:xfrm>
              <a:off x="8886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angle 1188"/>
            <p:cNvSpPr/>
            <p:nvPr/>
          </p:nvSpPr>
          <p:spPr>
            <a:xfrm>
              <a:off x="8952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0" name="Person237"/>
          <p:cNvGrpSpPr/>
          <p:nvPr/>
        </p:nvGrpSpPr>
        <p:grpSpPr>
          <a:xfrm>
            <a:off x="9069228" y="5410200"/>
            <a:ext cx="122872" cy="298989"/>
            <a:chOff x="9069228" y="5410200"/>
            <a:chExt cx="122872" cy="298989"/>
          </a:xfrm>
        </p:grpSpPr>
        <p:sp>
          <p:nvSpPr>
            <p:cNvPr id="1191" name="Oval 1190"/>
            <p:cNvSpPr/>
            <p:nvPr/>
          </p:nvSpPr>
          <p:spPr>
            <a:xfrm>
              <a:off x="9097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2" name="Rounded Rectangle 1191"/>
            <p:cNvSpPr/>
            <p:nvPr/>
          </p:nvSpPr>
          <p:spPr>
            <a:xfrm>
              <a:off x="9069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3" name="Rectangle 1192"/>
            <p:cNvSpPr/>
            <p:nvPr/>
          </p:nvSpPr>
          <p:spPr>
            <a:xfrm>
              <a:off x="9077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4" name="Rectangle 1193"/>
            <p:cNvSpPr/>
            <p:nvPr/>
          </p:nvSpPr>
          <p:spPr>
            <a:xfrm>
              <a:off x="9142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5" name="Person238"/>
          <p:cNvGrpSpPr/>
          <p:nvPr/>
        </p:nvGrpSpPr>
        <p:grpSpPr>
          <a:xfrm>
            <a:off x="9259728" y="5410200"/>
            <a:ext cx="122872" cy="298989"/>
            <a:chOff x="9259728" y="5410200"/>
            <a:chExt cx="122872" cy="298989"/>
          </a:xfrm>
        </p:grpSpPr>
        <p:sp>
          <p:nvSpPr>
            <p:cNvPr id="1196" name="Oval 1195"/>
            <p:cNvSpPr/>
            <p:nvPr/>
          </p:nvSpPr>
          <p:spPr>
            <a:xfrm>
              <a:off x="9288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ounded Rectangle 1196"/>
            <p:cNvSpPr/>
            <p:nvPr/>
          </p:nvSpPr>
          <p:spPr>
            <a:xfrm>
              <a:off x="9259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angle 1197"/>
            <p:cNvSpPr/>
            <p:nvPr/>
          </p:nvSpPr>
          <p:spPr>
            <a:xfrm>
              <a:off x="9267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9" name="Rectangle 1198"/>
            <p:cNvSpPr/>
            <p:nvPr/>
          </p:nvSpPr>
          <p:spPr>
            <a:xfrm>
              <a:off x="9333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0" name="Person239"/>
          <p:cNvGrpSpPr/>
          <p:nvPr/>
        </p:nvGrpSpPr>
        <p:grpSpPr>
          <a:xfrm>
            <a:off x="9450228" y="5410200"/>
            <a:ext cx="122872" cy="298989"/>
            <a:chOff x="9450228" y="5410200"/>
            <a:chExt cx="122872" cy="298989"/>
          </a:xfrm>
        </p:grpSpPr>
        <p:sp>
          <p:nvSpPr>
            <p:cNvPr id="1201" name="Oval 1200"/>
            <p:cNvSpPr/>
            <p:nvPr/>
          </p:nvSpPr>
          <p:spPr>
            <a:xfrm>
              <a:off x="9478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ounded Rectangle 1201"/>
            <p:cNvSpPr/>
            <p:nvPr/>
          </p:nvSpPr>
          <p:spPr>
            <a:xfrm>
              <a:off x="9450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angle 1202"/>
            <p:cNvSpPr/>
            <p:nvPr/>
          </p:nvSpPr>
          <p:spPr>
            <a:xfrm>
              <a:off x="9458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angle 1203"/>
            <p:cNvSpPr/>
            <p:nvPr/>
          </p:nvSpPr>
          <p:spPr>
            <a:xfrm>
              <a:off x="9523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5" name="Person240"/>
          <p:cNvGrpSpPr/>
          <p:nvPr/>
        </p:nvGrpSpPr>
        <p:grpSpPr>
          <a:xfrm>
            <a:off x="9640728" y="5410200"/>
            <a:ext cx="122872" cy="298989"/>
            <a:chOff x="9640728" y="5410200"/>
            <a:chExt cx="122872" cy="298989"/>
          </a:xfrm>
        </p:grpSpPr>
        <p:sp>
          <p:nvSpPr>
            <p:cNvPr id="1206" name="Oval 1205"/>
            <p:cNvSpPr/>
            <p:nvPr/>
          </p:nvSpPr>
          <p:spPr>
            <a:xfrm>
              <a:off x="9669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ounded Rectangle 1206"/>
            <p:cNvSpPr/>
            <p:nvPr/>
          </p:nvSpPr>
          <p:spPr>
            <a:xfrm>
              <a:off x="9640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angle 1207"/>
            <p:cNvSpPr/>
            <p:nvPr/>
          </p:nvSpPr>
          <p:spPr>
            <a:xfrm>
              <a:off x="9648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angle 1208"/>
            <p:cNvSpPr/>
            <p:nvPr/>
          </p:nvSpPr>
          <p:spPr>
            <a:xfrm>
              <a:off x="9714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0" name="Person241"/>
          <p:cNvGrpSpPr/>
          <p:nvPr/>
        </p:nvGrpSpPr>
        <p:grpSpPr>
          <a:xfrm>
            <a:off x="9831228" y="5410200"/>
            <a:ext cx="122872" cy="298989"/>
            <a:chOff x="9831228" y="5410200"/>
            <a:chExt cx="122872" cy="298989"/>
          </a:xfrm>
        </p:grpSpPr>
        <p:sp>
          <p:nvSpPr>
            <p:cNvPr id="1211" name="Oval 1210"/>
            <p:cNvSpPr/>
            <p:nvPr/>
          </p:nvSpPr>
          <p:spPr>
            <a:xfrm>
              <a:off x="9859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ounded Rectangle 1211"/>
            <p:cNvSpPr/>
            <p:nvPr/>
          </p:nvSpPr>
          <p:spPr>
            <a:xfrm>
              <a:off x="9831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angle 1212"/>
            <p:cNvSpPr/>
            <p:nvPr/>
          </p:nvSpPr>
          <p:spPr>
            <a:xfrm>
              <a:off x="9839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angle 1213"/>
            <p:cNvSpPr/>
            <p:nvPr/>
          </p:nvSpPr>
          <p:spPr>
            <a:xfrm>
              <a:off x="9904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5" name="Person242"/>
          <p:cNvGrpSpPr/>
          <p:nvPr/>
        </p:nvGrpSpPr>
        <p:grpSpPr>
          <a:xfrm>
            <a:off x="10021728" y="5410200"/>
            <a:ext cx="122872" cy="298989"/>
            <a:chOff x="10021728" y="5410200"/>
            <a:chExt cx="122872" cy="298989"/>
          </a:xfrm>
        </p:grpSpPr>
        <p:sp>
          <p:nvSpPr>
            <p:cNvPr id="1216" name="Oval 1215"/>
            <p:cNvSpPr/>
            <p:nvPr/>
          </p:nvSpPr>
          <p:spPr>
            <a:xfrm>
              <a:off x="10050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ounded Rectangle 1216"/>
            <p:cNvSpPr/>
            <p:nvPr/>
          </p:nvSpPr>
          <p:spPr>
            <a:xfrm>
              <a:off x="10021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angle 1217"/>
            <p:cNvSpPr/>
            <p:nvPr/>
          </p:nvSpPr>
          <p:spPr>
            <a:xfrm>
              <a:off x="10029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angle 1218"/>
            <p:cNvSpPr/>
            <p:nvPr/>
          </p:nvSpPr>
          <p:spPr>
            <a:xfrm>
              <a:off x="10095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0" name="Person243"/>
          <p:cNvGrpSpPr/>
          <p:nvPr/>
        </p:nvGrpSpPr>
        <p:grpSpPr>
          <a:xfrm>
            <a:off x="10212228" y="5410200"/>
            <a:ext cx="122872" cy="298989"/>
            <a:chOff x="10212228" y="5410200"/>
            <a:chExt cx="122872" cy="298989"/>
          </a:xfrm>
        </p:grpSpPr>
        <p:sp>
          <p:nvSpPr>
            <p:cNvPr id="1221" name="Oval 1220"/>
            <p:cNvSpPr/>
            <p:nvPr/>
          </p:nvSpPr>
          <p:spPr>
            <a:xfrm>
              <a:off x="10240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ounded Rectangle 1221"/>
            <p:cNvSpPr/>
            <p:nvPr/>
          </p:nvSpPr>
          <p:spPr>
            <a:xfrm>
              <a:off x="10212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angle 1222"/>
            <p:cNvSpPr/>
            <p:nvPr/>
          </p:nvSpPr>
          <p:spPr>
            <a:xfrm>
              <a:off x="10220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4" name="Rectangle 1223"/>
            <p:cNvSpPr/>
            <p:nvPr/>
          </p:nvSpPr>
          <p:spPr>
            <a:xfrm>
              <a:off x="10285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5" name="Person244"/>
          <p:cNvGrpSpPr/>
          <p:nvPr/>
        </p:nvGrpSpPr>
        <p:grpSpPr>
          <a:xfrm>
            <a:off x="10402728" y="5410200"/>
            <a:ext cx="122872" cy="298989"/>
            <a:chOff x="10402728" y="5410200"/>
            <a:chExt cx="122872" cy="298989"/>
          </a:xfrm>
        </p:grpSpPr>
        <p:sp>
          <p:nvSpPr>
            <p:cNvPr id="1226" name="Oval 1225"/>
            <p:cNvSpPr/>
            <p:nvPr/>
          </p:nvSpPr>
          <p:spPr>
            <a:xfrm>
              <a:off x="10431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ounded Rectangle 1226"/>
            <p:cNvSpPr/>
            <p:nvPr/>
          </p:nvSpPr>
          <p:spPr>
            <a:xfrm>
              <a:off x="10402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angle 1227"/>
            <p:cNvSpPr/>
            <p:nvPr/>
          </p:nvSpPr>
          <p:spPr>
            <a:xfrm>
              <a:off x="10410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angle 1228"/>
            <p:cNvSpPr/>
            <p:nvPr/>
          </p:nvSpPr>
          <p:spPr>
            <a:xfrm>
              <a:off x="10476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0" name="Person245"/>
          <p:cNvGrpSpPr/>
          <p:nvPr/>
        </p:nvGrpSpPr>
        <p:grpSpPr>
          <a:xfrm>
            <a:off x="10593228" y="5410200"/>
            <a:ext cx="122872" cy="298989"/>
            <a:chOff x="10593228" y="5410200"/>
            <a:chExt cx="122872" cy="298989"/>
          </a:xfrm>
        </p:grpSpPr>
        <p:sp>
          <p:nvSpPr>
            <p:cNvPr id="1231" name="Oval 1230"/>
            <p:cNvSpPr/>
            <p:nvPr/>
          </p:nvSpPr>
          <p:spPr>
            <a:xfrm>
              <a:off x="1062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ounded Rectangle 1231"/>
            <p:cNvSpPr/>
            <p:nvPr/>
          </p:nvSpPr>
          <p:spPr>
            <a:xfrm>
              <a:off x="1059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angle 1232"/>
            <p:cNvSpPr/>
            <p:nvPr/>
          </p:nvSpPr>
          <p:spPr>
            <a:xfrm>
              <a:off x="1060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angle 1233"/>
            <p:cNvSpPr/>
            <p:nvPr/>
          </p:nvSpPr>
          <p:spPr>
            <a:xfrm>
              <a:off x="1066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5" name="Person246"/>
          <p:cNvGrpSpPr/>
          <p:nvPr/>
        </p:nvGrpSpPr>
        <p:grpSpPr>
          <a:xfrm>
            <a:off x="10783728" y="5410200"/>
            <a:ext cx="122872" cy="298989"/>
            <a:chOff x="10783728" y="5410200"/>
            <a:chExt cx="122872" cy="298989"/>
          </a:xfrm>
        </p:grpSpPr>
        <p:sp>
          <p:nvSpPr>
            <p:cNvPr id="1236" name="Oval 1235"/>
            <p:cNvSpPr/>
            <p:nvPr/>
          </p:nvSpPr>
          <p:spPr>
            <a:xfrm>
              <a:off x="10812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ounded Rectangle 1236"/>
            <p:cNvSpPr/>
            <p:nvPr/>
          </p:nvSpPr>
          <p:spPr>
            <a:xfrm>
              <a:off x="1078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angle 1237"/>
            <p:cNvSpPr/>
            <p:nvPr/>
          </p:nvSpPr>
          <p:spPr>
            <a:xfrm>
              <a:off x="1079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angle 1238"/>
            <p:cNvSpPr/>
            <p:nvPr/>
          </p:nvSpPr>
          <p:spPr>
            <a:xfrm>
              <a:off x="1085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0" name="Person247"/>
          <p:cNvGrpSpPr/>
          <p:nvPr/>
        </p:nvGrpSpPr>
        <p:grpSpPr>
          <a:xfrm>
            <a:off x="10974228" y="5410200"/>
            <a:ext cx="122872" cy="298989"/>
            <a:chOff x="10974228" y="5410200"/>
            <a:chExt cx="122872" cy="298989"/>
          </a:xfrm>
        </p:grpSpPr>
        <p:sp>
          <p:nvSpPr>
            <p:cNvPr id="1241" name="Oval 1240"/>
            <p:cNvSpPr/>
            <p:nvPr/>
          </p:nvSpPr>
          <p:spPr>
            <a:xfrm>
              <a:off x="1100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ounded Rectangle 1241"/>
            <p:cNvSpPr/>
            <p:nvPr/>
          </p:nvSpPr>
          <p:spPr>
            <a:xfrm>
              <a:off x="1097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angle 1242"/>
            <p:cNvSpPr/>
            <p:nvPr/>
          </p:nvSpPr>
          <p:spPr>
            <a:xfrm>
              <a:off x="1098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angle 1243"/>
            <p:cNvSpPr/>
            <p:nvPr/>
          </p:nvSpPr>
          <p:spPr>
            <a:xfrm>
              <a:off x="1104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5" name="Person248"/>
          <p:cNvGrpSpPr/>
          <p:nvPr/>
        </p:nvGrpSpPr>
        <p:grpSpPr>
          <a:xfrm>
            <a:off x="11164728" y="5410200"/>
            <a:ext cx="122872" cy="298989"/>
            <a:chOff x="11164728" y="5410200"/>
            <a:chExt cx="122872" cy="298989"/>
          </a:xfrm>
        </p:grpSpPr>
        <p:sp>
          <p:nvSpPr>
            <p:cNvPr id="1246" name="Oval 1245"/>
            <p:cNvSpPr/>
            <p:nvPr/>
          </p:nvSpPr>
          <p:spPr>
            <a:xfrm>
              <a:off x="1119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ounded Rectangle 1246"/>
            <p:cNvSpPr/>
            <p:nvPr/>
          </p:nvSpPr>
          <p:spPr>
            <a:xfrm>
              <a:off x="1116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angle 1247"/>
            <p:cNvSpPr/>
            <p:nvPr/>
          </p:nvSpPr>
          <p:spPr>
            <a:xfrm>
              <a:off x="1117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angle 1248"/>
            <p:cNvSpPr/>
            <p:nvPr/>
          </p:nvSpPr>
          <p:spPr>
            <a:xfrm>
              <a:off x="1123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0" name="Person249"/>
          <p:cNvGrpSpPr/>
          <p:nvPr/>
        </p:nvGrpSpPr>
        <p:grpSpPr>
          <a:xfrm>
            <a:off x="11355228" y="5410200"/>
            <a:ext cx="122872" cy="298989"/>
            <a:chOff x="11355228" y="5410200"/>
            <a:chExt cx="122872" cy="298989"/>
          </a:xfrm>
        </p:grpSpPr>
        <p:sp>
          <p:nvSpPr>
            <p:cNvPr id="1251" name="Oval 1250"/>
            <p:cNvSpPr/>
            <p:nvPr/>
          </p:nvSpPr>
          <p:spPr>
            <a:xfrm>
              <a:off x="1138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ounded Rectangle 1251"/>
            <p:cNvSpPr/>
            <p:nvPr/>
          </p:nvSpPr>
          <p:spPr>
            <a:xfrm>
              <a:off x="1135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angle 1252"/>
            <p:cNvSpPr/>
            <p:nvPr/>
          </p:nvSpPr>
          <p:spPr>
            <a:xfrm>
              <a:off x="1136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angle 1253"/>
            <p:cNvSpPr/>
            <p:nvPr/>
          </p:nvSpPr>
          <p:spPr>
            <a:xfrm>
              <a:off x="1142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5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ПОТЕНЦИАЛЬНАЯ АУДИТОРИЯ</a:t>
            </a:r>
          </a:p>
        </p:txBody>
      </p:sp>
      <p:sp>
        <p:nvSpPr>
          <p:cNvPr id="125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25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262" name="Text_259"/>
          <p:cNvSpPr txBox="1"/>
          <p:nvPr/>
        </p:nvSpPr>
        <p:spPr>
          <a:xfrm>
            <a:off x="800100" y="5219700"/>
            <a:ext cx="58102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 только операторы ДНГ —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также технологи, электромонтёры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другие специалисты.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ПРЕДЛОЖЕНИЕ</a:t>
            </a:r>
          </a:p>
        </p:txBody>
      </p:sp>
      <p:sp>
        <p:nvSpPr>
          <p:cNvPr id="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350" b="1">
                <a:solidFill>
                  <a:srgbClr val="FFFFFF"/>
                </a:solidFill>
                <a:latin typeface="Arial"/>
              </a:defRPr>
            </a:pPr>
            <a:r>
              <a:t>Предложение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762000" y="2667000"/>
            <a:ext cx="1066800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Выпустить следующее обновление приложения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775" b="1">
                <a:solidFill>
                  <a:srgbClr val="FFFFFF"/>
                </a:solidFill>
                <a:latin typeface="Arial"/>
              </a:defRPr>
            </a:pPr>
            <a:r>
              <a:t>от имени ООО «РН-Юганскнефтегаз».</a:t>
            </a:r>
          </a:p>
        </p:txBody>
      </p:sp>
      <p:sp>
        <p:nvSpPr>
          <p:cNvPr id="8" name="Block_7"/>
          <p:cNvSpPr/>
          <p:nvPr/>
        </p:nvSpPr>
        <p:spPr>
          <a:xfrm>
            <a:off x="790575" y="4086225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_8"/>
          <p:cNvSpPr txBox="1"/>
          <p:nvPr/>
        </p:nvSpPr>
        <p:spPr>
          <a:xfrm>
            <a:off x="781050" y="4448175"/>
            <a:ext cx="10620375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1">
                <a:solidFill>
                  <a:srgbClr val="FFCD00"/>
                </a:solidFill>
                <a:latin typeface="Arial"/>
              </a:defRPr>
            </a:pPr>
            <a:r>
              <a:t>Получить письменное разрешение уполномоченного руководства: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800100" y="519112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выпуск от имени Общества и использование наименования.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800100" y="5591175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На использование логотипа «Роснефть» и согласованных материалов.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800100" y="6048375"/>
            <a:ext cx="106680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Официальный документ: подпись уполномоченного лица, печать — по порядку компании.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ProductTitle"/>
          <p:cNvSpPr txBox="1"/>
          <p:nvPr/>
        </p:nvSpPr>
        <p:spPr>
          <a:xfrm>
            <a:off x="685800" y="1476375"/>
            <a:ext cx="904875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5250" b="1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4" name="!!ProductSubtitle"/>
          <p:cNvSpPr txBox="1"/>
          <p:nvPr/>
        </p:nvSpPr>
        <p:spPr>
          <a:xfrm>
            <a:off x="733425" y="3000375"/>
            <a:ext cx="8096249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Расчёты. Пояснения.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Рабочие инструкции.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5238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FFFF"/>
                </a:solidFill>
                <a:latin typeface="Arial"/>
              </a:defRPr>
            </a:pPr>
            <a:r>
              <a:t>Следующий шаг — официальное согласование проекта.</a:t>
            </a:r>
          </a:p>
        </p:txBody>
      </p:sp>
      <p:sp>
        <p:nvSpPr>
          <p:cNvPr id="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ОПЕРАТОР ДНГ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Примеры расчётов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051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3850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60 мин → 24 м³/сут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3943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3876674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12 часов → 2 м³/сут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45815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451485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Токи примера: номинальный 20 А; рабочий 16,2 А</a:t>
            </a:r>
          </a:p>
        </p:txBody>
      </p:sp>
      <p:sp>
        <p:nvSpPr>
          <p:cNvPr id="9" name="Block_8"/>
          <p:cNvSpPr/>
          <p:nvPr/>
        </p:nvSpPr>
        <p:spPr>
          <a:xfrm>
            <a:off x="723900" y="5219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w3"/>
          <p:cNvSpPr txBox="1"/>
          <p:nvPr/>
        </p:nvSpPr>
        <p:spPr>
          <a:xfrm>
            <a:off x="933449" y="51530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50 × (16,2 / 20)² = 32,805 → 32,8 м³/сут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781050" y="60483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Демонстрационные примеры, не рекомендации уставок оборудования.</a:t>
            </a:r>
          </a:p>
        </p:txBody>
      </p:sp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ПРИМЕРЫ / ЗАПАСНОЙ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Оператор ДНГ — мягкая тёплая палитра</dc:title>
  <dc:subject>Согласованные задачи, реальные расчёты, пошаговые инструкции и практическая польза</dc:subject>
  <dc:creator>Якупов Муса Ильдарович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