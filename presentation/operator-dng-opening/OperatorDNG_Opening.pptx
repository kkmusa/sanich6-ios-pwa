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кадра проверки вступления по референсу «Марс». Чёрный, белый, жёлтый; не утверждённый корпоративный шаблон. Изображение сгенерировано для иллюстрации, не фотография объекта компании. WordAperture — редактируемая векторная фигура с отверстиями по буквам. Для движения нужен Morph; запасной Push имеет другое поведение. Воспроизведение в Microsoft PowerPoint здесь не испытано.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кадра проверки вступления по референсу «Марс». Чёрный, белый, жёлтый; не утверждённый корпоративный шаблон. Изображение сгенерировано для иллюстрации, не фотография объекта компании. WordAperture — редактируемая векторная фигура с отверстиями по буквам. Для движения нужен Morph; запасной Push имеет другое поведение. Воспроизведение в Microsoft PowerPoint здесь не испытано.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кадра проверки вступления по референсу «Марс». Чёрный, белый, жёлтый; не утверждённый корпоративный шаблон. Изображение сгенерировано для иллюстрации, не фотография объекта компании. WordAperture — редактируемая векторная фигура с отверстиями по буквам. Для движения нужен Morph; запасной Push имеет другое поведение. Воспроизведение в Microsoft PowerPoint здесь не испытано.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0" y="0"/>
            <a:ext cx="12192000" cy="6858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8191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troEyebrow"/>
          <p:cNvSpPr txBox="1"/>
          <p:nvPr/>
        </p:nvSpPr>
        <p:spPr>
          <a:xfrm>
            <a:off x="666750" y="838200"/>
            <a:ext cx="108585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FFCD00"/>
                </a:solidFill>
                <a:latin typeface="Arial"/>
              </a:defRPr>
            </a:pPr>
            <a:r>
              <a:t>ПРОЕКТ ЦИФРОВОГО ПОМОЩНИКА</a:t>
            </a:r>
          </a:p>
        </p:txBody>
      </p:sp>
      <p:sp>
        <p:nvSpPr>
          <p:cNvPr id="6" name="IntroCaption"/>
          <p:cNvSpPr txBox="1"/>
          <p:nvPr/>
        </p:nvSpPr>
        <p:spPr>
          <a:xfrm>
            <a:off x="695325" y="5286375"/>
            <a:ext cx="10763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FFFFFF"/>
                </a:solidFill>
                <a:latin typeface="Arial"/>
              </a:defRPr>
            </a:pPr>
            <a:r>
              <a:t>ОПЕРАТОРУ ДОБЫЧИ НЕФТИ И ГАЗА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концепция оформления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-307772774" y="-363283500"/>
            <a:ext cx="1341120000" cy="754380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8191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Title"/>
          <p:cNvSpPr txBox="1"/>
          <p:nvPr/>
        </p:nvSpPr>
        <p:spPr>
          <a:xfrm>
            <a:off x="666750" y="1381125"/>
            <a:ext cx="8096249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4500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6" name="!!ProductSubtitle"/>
          <p:cNvSpPr txBox="1"/>
          <p:nvPr/>
        </p:nvSpPr>
        <p:spPr>
          <a:xfrm>
            <a:off x="704850" y="2714625"/>
            <a:ext cx="6286500" cy="2095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Рабочие инструменты.</a:t>
            </a:r>
          </a:p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Всегда рядом.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концепция оформления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l="37099"/>
          <a:stretch>
            <a:fillRect/>
          </a:stretch>
        </p:blipFill>
        <p:spPr>
          <a:xfrm>
            <a:off x="6191250" y="952500"/>
            <a:ext cx="5429250" cy="485775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-307772774" y="-363283500"/>
            <a:ext cx="1341120000" cy="754380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48577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Title"/>
          <p:cNvSpPr txBox="1"/>
          <p:nvPr/>
        </p:nvSpPr>
        <p:spPr>
          <a:xfrm>
            <a:off x="666750" y="952500"/>
            <a:ext cx="5238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600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6" name="!!ProductSubtitle"/>
          <p:cNvSpPr txBox="1"/>
          <p:nvPr/>
        </p:nvSpPr>
        <p:spPr>
          <a:xfrm>
            <a:off x="704850" y="2238375"/>
            <a:ext cx="4953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Цель проекта</a:t>
            </a:r>
          </a:p>
        </p:txBody>
      </p:sp>
      <p:sp>
        <p:nvSpPr>
          <p:cNvPr id="7" name="Goal"/>
          <p:cNvSpPr txBox="1"/>
          <p:nvPr/>
        </p:nvSpPr>
        <p:spPr>
          <a:xfrm>
            <a:off x="723900" y="3476625"/>
            <a:ext cx="48577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Упростить доступ оператора</a:t>
            </a:r>
          </a:p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к расчётам и рабочим</a:t>
            </a:r>
          </a:p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материалам на месте работы.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концепция оформления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