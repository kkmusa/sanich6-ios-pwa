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76" r:id="rId2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начале — только название «ОПЕРАТОР ДНГ», затем пролёт сквозь букву. Пояснение о кроссплатформенном приложении для Android и iOS, работников Общества и подрядных организаций появляется после раскрытия промысла. Ролик встроен в PPTX. Реальное воспроизведение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повторяет финальный кадр встроенного вступления. Переход отключён, повторного появления названия нет. Далее — представление автора. Внешний вид стыка в Microsoft PowerPoint требует проверки на компьютере выступления.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 сформулированы автором проекта. Минимизация риска — цель, а не доказанная гарантия предотвращения отказов оборудования. Тёплое цветное изображение промысла создано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Согласованные четыре задачи сохраняются дословно. Дизайн заменён на четыре визуальные карточки с полными экранами приложения без кадрирования.</a:t>
            </a:r>
          </a:p>
          <a:p>
            <a:r>
              <a:t>1. Объединить рабочие инструменты — собрать расчёты, инструкции и справочные материалы в одном приложении.</a:t>
            </a:r>
          </a:p>
          <a:p>
            <a:r>
              <a:t>2. Упростить ежедневные расчёты и замеры — автоматизировать вычисления, отсчёт времени и сохранение результатов.</a:t>
            </a:r>
          </a:p>
          <a:p>
            <a:r>
              <a:t>3. Помочь соблюдать последовательность действий — предоставить инструкции и фотографии для конкретных моделей станций управления.</a:t>
            </a:r>
          </a:p>
          <a:p>
            <a:r>
              <a:t>4. Обеспечить быстрый доступ к информации на промысле — реализовать поиск, закладки и работу предварительно загруженных материалов без интернета.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 рабочих примеров. Карточки служат только иллюстрациями и не содержат гиперссылок. Продолжайте показ последовательно.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 настоящий экран PWA: 1000 литров за 60 минут, результат 24 м³/сут. Формула 1,44 × 1000 / 60 = 24. Результат находится внутри общего окна приложения. Отдельный старый слайд «144» удалён. По опыту автора бывают дни с 7–9 замерами, это не средняя нагрузка всех пользователей. Можно запустить секундомер и вернуться к текущему замеру; корректные результаты сохраняются автоматически.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Кроме секундомера, время замера можно задать интервалом: указать даты и время начала и окончания. Программа вычисляет длительность. На экране показан учебный пример 1000 л за 12 часов, результат 2 м³/сут. Сохраняется история на устройстве.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Реальная запись базы: ПЭД16-М,М1, ОАО «БЭНЗ», диаметр 103 мм, 16 кВт, ЭК 168 мм, стенка 12,1 мм; номинальный приток 50 м³/сут. Введённые токи 20 А и 16,2 А — демонстрационные, не паспортные значения этого двигателя. По исходной формуле Q=Qном×(Iраб/Iном)² получено 32,805 м³/сут; приложение отображает 32.8 м³/сут. Это иллюстрация вычисления, не рекомендация для реальной скважины.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разгона использован Эталон ЧР. Три первых шага из шести в исходном проекте: «Параметры ЧРП», «Прогр. изм F», «Частоты». Фото и названия взяты из operator-data.js и соответствующих исходных изображений. Значения, видимые на архивных фотографиях, не являются рекомендуемыми уставками. Рассказать, как приложение показывает дальнейшие шаги с параметрами по заданию; не применять неполный фрагмент как законченную инструкцию.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РИЧ использован Борец КАСКАД-НТ. Первые три шага из восьми: «Вход в меню», «Уставки», «Уставки I». Подписи и фотографии соответствуют именно этой модели. Далее приложение содержит остальные шаги. Не смешивать с инструкцией разгона Эталон. Архивные значения на фото не являются рекомендацией.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акцент — карманный регламент. По сравнению с перелистыванием бумажного носителя приложение даёт поиск по слову, переходы по ссылкам и сохранённые закладки на устройстве. Подготовленные материалы доступны без сети. Имеется 207 страниц доступного документа, но число страниц не главный аргумент. Актуальность редакции и правила обращения с документом проверяются перед официальным внедрением. Наличие офлайн-копии не означает автоматическое обновление документа.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Показаны шесть реальных экранов инструментов: уровень, частота запуска, приток, потенциал, РПД и отпайка. Дополнительно перечислены коэффициент двигателя 2А, температура ТМС, СКО, УПР/АПВ. Это видимый каталог, а не утверждение о полноте нормативных материалов. Электронный уровень не демонстрируется.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расчёты вместе со справочником и пояснениями. Вопросительный знак открывает описание расчёта, формулы, обозначения и замечания, перенесённые из Android. Показан настоящий экран этой функции. Человек видит, какие значения вводить и как понимать формулу; станционные инструкции дополнены фотографиями. Это помощь оператору и наставнику, не замена действующей инструкции.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Разгон: расчёт темпа и шагов для конкретной станции управления. РИЧ: последовательность действий и фотографии. Приток: оценка требуемого охлаждения. Примеры показывают возможные риски; приложение не управляет станцией и не гарантирует отсутствие отказов. Иллюстрация промысла создана ИИ.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Документальная основа, по сведениям автора: регламент ВНР и «Инструкции по промышленной безопасности и охране труда для работников структурных подразделений ООО „РН-Юганскнефтегаз“». Документы использованы при подготовке формул, примеров и справочных материалов. Полнота интеграции всех пяти томов, актуальность редакций и право корпоративного распространения здесь не подтверждаются. Android как технический источник миграции больше не вынесен на слайд.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Оценка автора: три календарных месяца; прямые денежные расходы минимальны; основной ресурс — время. Десятки часов с документальной базой, сотни часов архитектуры, недели тестирования — сведения автора, не независимый хронометраж. Изображение рабочего места создано ИИ, это не фотография фактического рабочего места автора.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250 — потенциальная аудитория проекта, не подтверждённое число действующих пользователей. В аудиторию входят не только операторы ДНГ, но и технологи, электромонтёры и другие специалисты. Условная композиция из 250 силуэтов сохранена без поясняющей подписи. Фон — созданная ИИ цветная иллюстрация.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Предложение автора: официально связать проект с Обществом и выпустить следующее обновление от имени ООО «РН-Юганскнефтегаз». Для этого запрашивается официальный документ с подписью уполномоченного лица и печатью, если предусмотрена порядком компании. Полномочия на логотип и материалы должны быть согласованы отдельно; разрешение ещё не получено. На слайде не заявлено уже существующее корпоративное одобрение.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Готов ответить на вопросы о проекте «Оператор ДНГ».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Якупов Муса Ильдарович. Оператор добычи нефти и газа. ООО «РН-Юганскнефтегаз», ЦДНГ-12. Портрет обработан ИИ по фотографиям автора.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34.jpg"/><Relationship Id="rId5" Type="http://schemas.openxmlformats.org/officeDocument/2006/relationships/video" Target="../media/media1.mp4"/><Relationship Id="rId6" Type="http://schemas.microsoft.com/office/2007/relationships/media" Target="../media/media1.mp4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25.png"/><Relationship Id="rId5" Type="http://schemas.openxmlformats.org/officeDocument/2006/relationships/image" Target="../media/image24.jpg"/><Relationship Id="rId6" Type="http://schemas.openxmlformats.org/officeDocument/2006/relationships/image" Target="../media/image3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5.xml"/><Relationship Id="rId7" Type="http://schemas.openxmlformats.org/officeDocument/2006/relationships/slide" Target="slide7.xml"/><Relationship Id="rId8" Type="http://schemas.openxmlformats.org/officeDocument/2006/relationships/slide" Target="slide9.xml"/><Relationship Id="rId9" Type="http://schemas.openxmlformats.org/officeDocument/2006/relationships/slide" Target="slide10.xml"/><Relationship Id="rId10" Type="http://schemas.openxmlformats.org/officeDocument/2006/relationships/slide" Target="slide12.xml"/><Relationship Id="rId11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Relationship Id="rId4" Type="http://schemas.openxmlformats.org/officeDocument/2006/relationships/slide" Target="slide6.xml"/><Relationship Id="rId5" Type="http://schemas.openxmlformats.org/officeDocument/2006/relationships/image" Target="../media/image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Relationship Id="rId5" Type="http://schemas.openxmlformats.org/officeDocument/2006/relationships/slide" Target="slide6.xml"/><Relationship Id="rId6" Type="http://schemas.openxmlformats.org/officeDocument/2006/relationships/image" Target="../media/image3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8.xml"/><Relationship Id="rId5" Type="http://schemas.openxmlformats.org/officeDocument/2006/relationships/slide" Target="slide6.xml"/><Relationship Id="rId6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notesSlide" Target="../notesSlides/notesSlide9.xml"/><Relationship Id="rId6" Type="http://schemas.openxmlformats.org/officeDocument/2006/relationships/slide" Target="slide6.xml"/><Relationship Id="rId7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notesSlide" Target="../notesSlides/notesSlide10.xml"/><Relationship Id="rId6" Type="http://schemas.openxmlformats.org/officeDocument/2006/relationships/slide" Target="slide6.xml"/><Relationship Id="rId7" Type="http://schemas.openxmlformats.org/officeDocument/2006/relationships/image" Target="../media/image3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Relationship Id="rId4" Type="http://schemas.openxmlformats.org/officeDocument/2006/relationships/slide" Target="slide6.xml"/><Relationship Id="rId5" Type="http://schemas.openxmlformats.org/officeDocument/2006/relationships/image" Target="../media/image3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12.xml"/><Relationship Id="rId9" Type="http://schemas.openxmlformats.org/officeDocument/2006/relationships/slide" Target="slide6.xml"/><Relationship Id="rId10" Type="http://schemas.openxmlformats.org/officeDocument/2006/relationships/image" Target="../media/image3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3.xml"/><Relationship Id="rId4" Type="http://schemas.openxmlformats.org/officeDocument/2006/relationships/slide" Target="slide6.xml"/><Relationship Id="rId5" Type="http://schemas.openxmlformats.org/officeDocument/2006/relationships/image" Target="../media/image3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6.png"/><Relationship Id="rId4" Type="http://schemas.openxmlformats.org/officeDocument/2006/relationships/image" Target="../media/image28.png"/><Relationship Id="rId5" Type="http://schemas.openxmlformats.org/officeDocument/2006/relationships/image" Target="../media/image3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7.png"/><Relationship Id="rId4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EmbeddedTitleOnlyIntro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tro_Fin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AuthorPortrait" descr="author-portrait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!!Rule"/>
          <p:cNvSpPr/>
          <p:nvPr/>
        </p:nvSpPr>
        <p:spPr>
          <a:xfrm>
            <a:off x="666750" y="590550"/>
            <a:ext cx="5143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АВТОР ПРОЕКТА</a:t>
            </a:r>
          </a:p>
        </p:txBody>
      </p:sp>
      <p:sp>
        <p:nvSpPr>
          <p:cNvPr id="9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0" name="PageIndex_3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1" name="AuthorHeading"/>
          <p:cNvSpPr txBox="1"/>
          <p:nvPr/>
        </p:nvSpPr>
        <p:spPr>
          <a:xfrm>
            <a:off x="723900" y="1619250"/>
            <a:ext cx="62865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75" b="1">
                <a:solidFill>
                  <a:srgbClr val="FFFFFF"/>
                </a:solidFill>
                <a:latin typeface="Arial"/>
              </a:defRPr>
            </a:pPr>
            <a:r>
              <a:t>АВТОР ПРОЕКТА</a:t>
            </a:r>
          </a:p>
        </p:txBody>
      </p:sp>
      <p:sp>
        <p:nvSpPr>
          <p:cNvPr id="12" name="AuthorName"/>
          <p:cNvSpPr txBox="1"/>
          <p:nvPr/>
        </p:nvSpPr>
        <p:spPr>
          <a:xfrm>
            <a:off x="762000" y="2886075"/>
            <a:ext cx="581025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0">
                <a:solidFill>
                  <a:srgbClr val="FFFFFF"/>
                </a:solidFill>
                <a:latin typeface="Arial"/>
              </a:defRPr>
            </a:pPr>
            <a:r>
              <a:t>Якупов Муса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625" b="0">
                <a:solidFill>
                  <a:srgbClr val="FFFFFF"/>
                </a:solidFill>
                <a:latin typeface="Arial"/>
              </a:defRPr>
            </a:pPr>
            <a:r>
              <a:t>Ильдарович</a:t>
            </a:r>
          </a:p>
        </p:txBody>
      </p:sp>
      <p:sp>
        <p:nvSpPr>
          <p:cNvPr id="13" name="AuthorRole"/>
          <p:cNvSpPr txBox="1"/>
          <p:nvPr/>
        </p:nvSpPr>
        <p:spPr>
          <a:xfrm>
            <a:off x="762000" y="4352925"/>
            <a:ext cx="581025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0">
                <a:solidFill>
                  <a:srgbClr val="FFFFFF"/>
                </a:solidFill>
                <a:latin typeface="Arial"/>
              </a:defRPr>
            </a:pPr>
            <a:r>
              <a:t>Оператор добычи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00" b="0">
                <a:solidFill>
                  <a:srgbClr val="FFFFFF"/>
                </a:solidFill>
                <a:latin typeface="Arial"/>
              </a:defRPr>
            </a:pPr>
            <a:r>
              <a:t>нефти и газа</a:t>
            </a:r>
          </a:p>
        </p:txBody>
      </p:sp>
      <p:sp>
        <p:nvSpPr>
          <p:cNvPr id="14" name="AuthorOrganization"/>
          <p:cNvSpPr txBox="1"/>
          <p:nvPr/>
        </p:nvSpPr>
        <p:spPr>
          <a:xfrm>
            <a:off x="762000" y="5429250"/>
            <a:ext cx="5810250" cy="714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CD00"/>
                </a:solidFill>
                <a:latin typeface="Arial"/>
              </a:defRPr>
            </a:pPr>
            <a:r>
              <a:t>ООО «РН-Юганскнефтегаз»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CD00"/>
                </a:solidFill>
                <a:latin typeface="Arial"/>
              </a:defRPr>
            </a:pPr>
            <a:r>
              <a:t>ЦДНГ-12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4" name="WarmOilfieldIllustration" descr="imag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ЦЕЛИ ПРОЕКТА</a:t>
            </a:r>
          </a:p>
        </p:txBody>
      </p:sp>
      <p:sp>
        <p:nvSpPr>
          <p:cNvPr id="5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6" name="PageIndex_4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685800" y="1476375"/>
            <a:ext cx="9525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350" b="1">
                <a:solidFill>
                  <a:srgbClr val="FFFFFF"/>
                </a:solidFill>
                <a:latin typeface="Arial"/>
              </a:defRPr>
            </a:pPr>
            <a:r>
              <a:t>Цели проекта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742950" y="2714625"/>
            <a:ext cx="4286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FFCD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1381125" y="2714625"/>
            <a:ext cx="7381874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Упростить доступ работников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к расчётам и теоретическим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материалам.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42950" y="3952875"/>
            <a:ext cx="4286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FFCD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1381125" y="3952875"/>
            <a:ext cx="7381874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Минимизировать риск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поломки УЭЦН.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742950" y="4953000"/>
            <a:ext cx="4286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FFCD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1381125" y="4953000"/>
            <a:ext cx="7381874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Способствовать развитию интереса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работников к теоретическим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аспектам деятельности.</a:t>
            </a:r>
          </a:p>
        </p:txBody>
      </p:sp>
    </p:spTree>
  </p:cSld>
  <p:clrMapOvr>
    <a:masterClrMapping/>
  </p:clrMapOvr>
  <p:transition xmlns:ns1="http://schemas.microsoft.com/office/powerpoint/2010/main" advClick="1" ns1:dur="45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3" name="FullSlidePhoto_pad" descr="exec-98d24464-9737-4f17-871e-09abca4b79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4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275" b="1">
                <a:solidFill>
                  <a:srgbClr val="FFFFFF"/>
                </a:solidFill>
                <a:latin typeface="Arial"/>
              </a:defRPr>
            </a:pPr>
            <a:r>
              <a:t>Задачи проекта</a:t>
            </a:r>
          </a:p>
        </p:txBody>
      </p:sp>
      <p:sp>
        <p:nvSpPr>
          <p:cNvPr id="3" name="!!TaskNumber0"/>
          <p:cNvSpPr txBox="1"/>
          <p:nvPr/>
        </p:nvSpPr>
        <p:spPr>
          <a:xfrm>
            <a:off x="723900" y="2762250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4" name="TaskRule0"/>
          <p:cNvSpPr/>
          <p:nvPr/>
        </p:nvSpPr>
        <p:spPr>
          <a:xfrm>
            <a:off x="1619250" y="2800350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TaskTitle0"/>
          <p:cNvSpPr txBox="1"/>
          <p:nvPr/>
        </p:nvSpPr>
        <p:spPr>
          <a:xfrm>
            <a:off x="1866899" y="2762250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Объединить рабочие инструменты</a:t>
            </a:r>
          </a:p>
        </p:txBody>
      </p:sp>
      <p:sp>
        <p:nvSpPr>
          <p:cNvPr id="6" name="TaskDescription0"/>
          <p:cNvSpPr txBox="1"/>
          <p:nvPr/>
        </p:nvSpPr>
        <p:spPr>
          <a:xfrm>
            <a:off x="1866899" y="3790949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собрать расчёты, инструкции и справочные материалы в одном приложении.</a:t>
            </a:r>
          </a:p>
        </p:txBody>
      </p:sp>
      <p:sp>
        <p:nvSpPr>
          <p:cNvPr id="7" name="!!TaskNumber1"/>
          <p:cNvSpPr txBox="1"/>
          <p:nvPr/>
        </p:nvSpPr>
        <p:spPr>
          <a:xfrm>
            <a:off x="6343650" y="2762250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TaskRule1"/>
          <p:cNvSpPr/>
          <p:nvPr/>
        </p:nvSpPr>
        <p:spPr>
          <a:xfrm>
            <a:off x="7239000" y="2800350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TaskTitle1"/>
          <p:cNvSpPr txBox="1"/>
          <p:nvPr/>
        </p:nvSpPr>
        <p:spPr>
          <a:xfrm>
            <a:off x="7486650" y="2762250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Упростить ежедневные расчёты и замеры</a:t>
            </a:r>
          </a:p>
        </p:txBody>
      </p:sp>
      <p:sp>
        <p:nvSpPr>
          <p:cNvPr id="10" name="TaskDescription1"/>
          <p:cNvSpPr txBox="1"/>
          <p:nvPr/>
        </p:nvSpPr>
        <p:spPr>
          <a:xfrm>
            <a:off x="7486650" y="3790949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автоматизировать вычисления, отсчёт времени и сохранение результатов.</a:t>
            </a:r>
          </a:p>
        </p:txBody>
      </p:sp>
      <p:sp>
        <p:nvSpPr>
          <p:cNvPr id="11" name="!!TaskNumber2"/>
          <p:cNvSpPr txBox="1"/>
          <p:nvPr/>
        </p:nvSpPr>
        <p:spPr>
          <a:xfrm>
            <a:off x="723900" y="4505325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2" name="TaskRule2"/>
          <p:cNvSpPr/>
          <p:nvPr/>
        </p:nvSpPr>
        <p:spPr>
          <a:xfrm>
            <a:off x="1619250" y="4543425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TaskTitle2"/>
          <p:cNvSpPr txBox="1"/>
          <p:nvPr/>
        </p:nvSpPr>
        <p:spPr>
          <a:xfrm>
            <a:off x="1866899" y="4505325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Помочь соблюдать последовательность действий</a:t>
            </a:r>
          </a:p>
        </p:txBody>
      </p:sp>
      <p:sp>
        <p:nvSpPr>
          <p:cNvPr id="14" name="TaskDescription2"/>
          <p:cNvSpPr txBox="1"/>
          <p:nvPr/>
        </p:nvSpPr>
        <p:spPr>
          <a:xfrm>
            <a:off x="1866899" y="5534025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предоставить инструкции и фотографии для конкретных моделей станций управления.</a:t>
            </a:r>
          </a:p>
        </p:txBody>
      </p:sp>
      <p:sp>
        <p:nvSpPr>
          <p:cNvPr id="15" name="!!TaskNumber3"/>
          <p:cNvSpPr txBox="1"/>
          <p:nvPr/>
        </p:nvSpPr>
        <p:spPr>
          <a:xfrm>
            <a:off x="6343650" y="4505325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6" name="TaskRule3"/>
          <p:cNvSpPr/>
          <p:nvPr/>
        </p:nvSpPr>
        <p:spPr>
          <a:xfrm>
            <a:off x="7239000" y="4543425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TaskTitle3"/>
          <p:cNvSpPr txBox="1"/>
          <p:nvPr/>
        </p:nvSpPr>
        <p:spPr>
          <a:xfrm>
            <a:off x="7486650" y="4505325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Обеспечить быстрый доступ к информации на промысле</a:t>
            </a:r>
          </a:p>
        </p:txBody>
      </p:sp>
      <p:sp>
        <p:nvSpPr>
          <p:cNvPr id="18" name="TaskDescription3"/>
          <p:cNvSpPr txBox="1"/>
          <p:nvPr/>
        </p:nvSpPr>
        <p:spPr>
          <a:xfrm>
            <a:off x="7486650" y="5534025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реализовать поиск, закладки и работу предварительно загруженных материалов без интернета.</a:t>
            </a:r>
          </a:p>
        </p:txBody>
      </p:sp>
      <p:sp>
        <p:nvSpPr>
          <p:cNvPr id="19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ЗАДАЧИ</a:t>
            </a:r>
          </a:p>
        </p:txBody>
      </p:sp>
      <p:sp>
        <p:nvSpPr>
          <p:cNvPr id="21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2" name="PageIndex_5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9" name="FullSlidePhoto_cabine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0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Покажу на рабочих примерах.</a:t>
            </a:r>
          </a:p>
        </p:txBody>
      </p:sp>
      <p:sp>
        <p:nvSpPr>
          <p:cNvPr id="3" name="!!DemoWindow"/>
          <p:cNvSpPr/>
          <p:nvPr/>
        </p:nvSpPr>
        <p:spPr>
          <a:xfrm>
            <a:off x="6667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HubLabel0"/>
          <p:cNvSpPr txBox="1"/>
          <p:nvPr/>
        </p:nvSpPr>
        <p:spPr>
          <a:xfrm>
            <a:off x="8191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Ручной замер</a:t>
            </a:r>
          </a:p>
        </p:txBody>
      </p:sp>
      <p:pic>
        <p:nvPicPr>
          <p:cNvPr id="5" name="!!DemoContent" descr="manual-minutes.png"/>
          <p:cNvPicPr>
            <a:picLocks noChangeAspect="1"/>
          </p:cNvPicPr>
          <p:nvPr/>
        </p:nvPicPr>
        <p:blipFill>
          <a:blip r:embed="rId2"/>
          <a:srcRect t="7000" b="31071"/>
          <a:stretch>
            <a:fillRect/>
          </a:stretch>
        </p:blipFill>
        <p:spPr>
          <a:xfrm>
            <a:off x="1028700" y="3381375"/>
            <a:ext cx="1847850" cy="2476500"/>
          </a:xfrm>
          <a:prstGeom prst="rect">
            <a:avLst/>
          </a:prstGeom>
        </p:spPr>
      </p:pic>
      <p:sp>
        <p:nvSpPr>
          <p:cNvPr id="6" name="HubCard1"/>
          <p:cNvSpPr/>
          <p:nvPr/>
        </p:nvSpPr>
        <p:spPr>
          <a:xfrm>
            <a:off x="34290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HubLabel1"/>
          <p:cNvSpPr txBox="1"/>
          <p:nvPr/>
        </p:nvSpPr>
        <p:spPr>
          <a:xfrm>
            <a:off x="35814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Охлаждение ПЭД</a:t>
            </a:r>
          </a:p>
        </p:txBody>
      </p:sp>
      <p:pic>
        <p:nvPicPr>
          <p:cNvPr id="8" name="HubImage1" descr="ped.png"/>
          <p:cNvPicPr>
            <a:picLocks noChangeAspect="1"/>
          </p:cNvPicPr>
          <p:nvPr/>
        </p:nvPicPr>
        <p:blipFill>
          <a:blip r:embed="rId3"/>
          <a:srcRect t="7000" b="31071"/>
          <a:stretch>
            <a:fillRect/>
          </a:stretch>
        </p:blipFill>
        <p:spPr>
          <a:xfrm>
            <a:off x="3790949" y="3381375"/>
            <a:ext cx="1847850" cy="2476500"/>
          </a:xfrm>
          <a:prstGeom prst="rect">
            <a:avLst/>
          </a:prstGeom>
        </p:spPr>
      </p:pic>
      <p:sp>
        <p:nvSpPr>
          <p:cNvPr id="9" name="HubCard2"/>
          <p:cNvSpPr/>
          <p:nvPr/>
        </p:nvSpPr>
        <p:spPr>
          <a:xfrm>
            <a:off x="61912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HubLabel2"/>
          <p:cNvSpPr txBox="1"/>
          <p:nvPr/>
        </p:nvSpPr>
        <p:spPr>
          <a:xfrm>
            <a:off x="63436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Разгон и РИЧ</a:t>
            </a:r>
          </a:p>
        </p:txBody>
      </p:sp>
      <p:pic>
        <p:nvPicPr>
          <p:cNvPr id="11" name="HubImage2" descr="ramp.png"/>
          <p:cNvPicPr>
            <a:picLocks noChangeAspect="1"/>
          </p:cNvPicPr>
          <p:nvPr/>
        </p:nvPicPr>
        <p:blipFill>
          <a:blip r:embed="rId4"/>
          <a:srcRect t="7000" b="31071"/>
          <a:stretch>
            <a:fillRect/>
          </a:stretch>
        </p:blipFill>
        <p:spPr>
          <a:xfrm>
            <a:off x="6553200" y="3381375"/>
            <a:ext cx="1847850" cy="2476500"/>
          </a:xfrm>
          <a:prstGeom prst="rect">
            <a:avLst/>
          </a:prstGeom>
        </p:spPr>
      </p:pic>
      <p:sp>
        <p:nvSpPr>
          <p:cNvPr id="12" name="HubCard3"/>
          <p:cNvSpPr/>
          <p:nvPr/>
        </p:nvSpPr>
        <p:spPr>
          <a:xfrm>
            <a:off x="89535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ubLabel3"/>
          <p:cNvSpPr txBox="1"/>
          <p:nvPr/>
        </p:nvSpPr>
        <p:spPr>
          <a:xfrm>
            <a:off x="91059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Карманный ВНР</a:t>
            </a:r>
          </a:p>
        </p:txBody>
      </p:sp>
      <p:pic>
        <p:nvPicPr>
          <p:cNvPr id="14" name="HubImage3" descr="vnr.png"/>
          <p:cNvPicPr>
            <a:picLocks noChangeAspect="1"/>
          </p:cNvPicPr>
          <p:nvPr/>
        </p:nvPicPr>
        <p:blipFill>
          <a:blip r:embed="rId5"/>
          <a:srcRect t="7000" b="31071"/>
          <a:stretch>
            <a:fillRect/>
          </a:stretch>
        </p:blipFill>
        <p:spPr>
          <a:xfrm>
            <a:off x="9315450" y="3381375"/>
            <a:ext cx="1847850" cy="2476500"/>
          </a:xfrm>
          <a:prstGeom prst="rect">
            <a:avLst/>
          </a:prstGeom>
        </p:spPr>
      </p:pic>
      <p:sp>
        <p:nvSpPr>
          <p:cNvPr id="15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ПРИМЕРЫ</a:t>
            </a:r>
          </a:p>
        </p:txBody>
      </p:sp>
      <p:sp>
        <p:nvSpPr>
          <p:cNvPr id="17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8" name="PageIndex_6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1" name="FullSlidePhoto_pad" descr="exec-98d24464-9737-4f17-871e-09abca4b79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2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60007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Замер без ручного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пересчёта.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381375"/>
            <a:ext cx="60007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Время в минутах.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Ввёл объём — получил дебит.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686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619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Старт или заданное время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1435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0768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Набежавший объём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6007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5340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Автоматическое сохранение</a:t>
            </a:r>
          </a:p>
        </p:txBody>
      </p:sp>
      <p:sp>
        <p:nvSpPr>
          <p:cNvPr id="10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2" name="!!DemoVolume"/>
          <p:cNvSpPr txBox="1"/>
          <p:nvPr/>
        </p:nvSpPr>
        <p:spPr>
          <a:xfrm>
            <a:off x="7305675" y="2238375"/>
            <a:ext cx="1362075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1000 л</a:t>
            </a:r>
          </a:p>
        </p:txBody>
      </p:sp>
      <p:sp>
        <p:nvSpPr>
          <p:cNvPr id="13" name="!!DemoTime"/>
          <p:cNvSpPr txBox="1"/>
          <p:nvPr/>
        </p:nvSpPr>
        <p:spPr>
          <a:xfrm>
            <a:off x="7315200" y="3190875"/>
            <a:ext cx="1362075" cy="714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60 мин</a:t>
            </a:r>
          </a:p>
        </p:txBody>
      </p:sp>
      <p:sp>
        <p:nvSpPr>
          <p:cNvPr id="14" name="DemoResultLabel"/>
          <p:cNvSpPr txBox="1"/>
          <p:nvPr/>
        </p:nvSpPr>
        <p:spPr>
          <a:xfrm>
            <a:off x="7324724" y="4476750"/>
            <a:ext cx="1304925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Результат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в приложении</a:t>
            </a:r>
          </a:p>
        </p:txBody>
      </p:sp>
      <p:pic>
        <p:nvPicPr>
          <p:cNvPr id="15" name="!!DemoContent" descr="manual-minutes.png"/>
          <p:cNvPicPr>
            <a:picLocks noChangeAspect="1"/>
          </p:cNvPicPr>
          <p:nvPr/>
        </p:nvPicPr>
        <p:blipFill>
          <a:blip r:embed="rId2"/>
          <a:srcRect t="7000" b="22112"/>
          <a:stretch>
            <a:fillRect/>
          </a:stretch>
        </p:blipFill>
        <p:spPr>
          <a:xfrm>
            <a:off x="8763000" y="1952624"/>
            <a:ext cx="2514600" cy="3857625"/>
          </a:xfrm>
          <a:prstGeom prst="rect">
            <a:avLst/>
          </a:prstGeom>
        </p:spPr>
      </p:pic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РУЧНОЙ ЗАМЕР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PageIndex_7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20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9" name="FullSlidePhoto_pad" descr="exec-98d24464-9737-4f17-871e-09abca4b798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0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Block_3"/>
          <p:cNvSpPr/>
          <p:nvPr/>
        </p:nvSpPr>
        <p:spPr>
          <a:xfrm>
            <a:off x="723900" y="49244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8577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Начало и конец в разные даты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448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381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История замеров на устройстве</a:t>
            </a:r>
          </a:p>
        </p:txBody>
      </p:sp>
      <p:sp>
        <p:nvSpPr>
          <p:cNvPr id="8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0" name="!!IntervalStart"/>
          <p:cNvSpPr txBox="1"/>
          <p:nvPr/>
        </p:nvSpPr>
        <p:spPr>
          <a:xfrm>
            <a:off x="7305675" y="2095499"/>
            <a:ext cx="1257300" cy="1476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Начало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18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19:30</a:t>
            </a:r>
          </a:p>
        </p:txBody>
      </p:sp>
      <p:sp>
        <p:nvSpPr>
          <p:cNvPr id="11" name="!!IntervalEnd"/>
          <p:cNvSpPr txBox="1"/>
          <p:nvPr/>
        </p:nvSpPr>
        <p:spPr>
          <a:xfrm>
            <a:off x="7305675" y="3762374"/>
            <a:ext cx="12573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Конец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07:30</a:t>
            </a:r>
          </a:p>
        </p:txBody>
      </p:sp>
      <p:pic>
        <p:nvPicPr>
          <p:cNvPr id="12" name="!!DemoContent" descr="interval-control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38696" y="1952624"/>
            <a:ext cx="1791781" cy="3400425"/>
          </a:xfrm>
          <a:prstGeom prst="rect">
            <a:avLst/>
          </a:prstGeom>
        </p:spPr>
      </p:pic>
      <p:pic>
        <p:nvPicPr>
          <p:cNvPr id="13" name="!!DemoResult" descr="interval-result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836171" y="5429250"/>
            <a:ext cx="2901407" cy="657225"/>
          </a:xfrm>
          <a:prstGeom prst="rect">
            <a:avLst/>
          </a:prstGeom>
        </p:spPr>
      </p:pic>
      <p:sp>
        <p:nvSpPr>
          <p:cNvPr id="14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ЗАМЕР ПО ИНТЕРВАЛУ</a:t>
            </a:r>
          </a:p>
        </p:txBody>
      </p:sp>
      <p:sp>
        <p:nvSpPr>
          <p:cNvPr id="16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7" name="PageIndex_8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18" name="!!BackToOverview">
            <a:hlinkClick action="ppaction://hlinksldjump" r:id="rId5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  <p:sp>
        <p:nvSpPr>
          <p:cNvPr id="21" name="!!Headline"/>
          <p:cNvSpPr txBox="1"/>
          <p:nvPr/>
        </p:nvSpPr>
        <p:spPr>
          <a:xfrm>
            <a:off x="685800" y="1476375"/>
            <a:ext cx="6191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Время замера можно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задать интервалом.</a:t>
            </a:r>
          </a:p>
        </p:txBody>
      </p:sp>
      <p:sp>
        <p:nvSpPr>
          <p:cNvPr id="22" name="!!Subtitle"/>
          <p:cNvSpPr txBox="1"/>
          <p:nvPr/>
        </p:nvSpPr>
        <p:spPr>
          <a:xfrm>
            <a:off x="723900" y="3381375"/>
            <a:ext cx="609600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B7B7B7"/>
                </a:solidFill>
                <a:latin typeface="Arial"/>
              </a:defRPr>
            </a:pPr>
            <a:r>
              <a:t>Укажите начало и окончание.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B7B7B7"/>
                </a:solidFill>
                <a:latin typeface="Arial"/>
              </a:defRPr>
            </a:pPr>
            <a:r>
              <a:t>Приложение рассчитает длительность.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2" name="FullSlidePhoto_cabine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3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5715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375" b="1">
                <a:solidFill>
                  <a:srgbClr val="FFFFFF"/>
                </a:solidFill>
                <a:latin typeface="Arial"/>
              </a:defRPr>
            </a:pPr>
            <a:r>
              <a:t>Необходимый приток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375" b="1">
                <a:solidFill>
                  <a:srgbClr val="FFFFFF"/>
                </a:solidFill>
                <a:latin typeface="Arial"/>
              </a:defRPr>
            </a:pPr>
            <a:r>
              <a:t>для охлаждения.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3528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286125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Задаём диаметр, мощность,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колонну и толщину стенки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421957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4152900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Выбираем доступный ПЭД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50863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5019675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Вводим токи — получаем приток</a:t>
            </a:r>
          </a:p>
        </p:txBody>
      </p:sp>
      <p:sp>
        <p:nvSpPr>
          <p:cNvPr id="9" name="ParameterFrame"/>
          <p:cNvSpPr/>
          <p:nvPr/>
        </p:nvSpPr>
        <p:spPr>
          <a:xfrm>
            <a:off x="6581775" y="1390650"/>
            <a:ext cx="2333625" cy="45053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6715125" y="1533525"/>
            <a:ext cx="207645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01 · Параметры</a:t>
            </a:r>
          </a:p>
        </p:txBody>
      </p:sp>
      <p:pic>
        <p:nvPicPr>
          <p:cNvPr id="11" name="CoolingParameters" descr="ped-parameter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90321" y="2047875"/>
            <a:ext cx="1716531" cy="3714750"/>
          </a:xfrm>
          <a:prstGeom prst="rect">
            <a:avLst/>
          </a:prstGeom>
        </p:spPr>
      </p:pic>
      <p:sp>
        <p:nvSpPr>
          <p:cNvPr id="12" name="!!DemoWindow"/>
          <p:cNvSpPr/>
          <p:nvPr/>
        </p:nvSpPr>
        <p:spPr>
          <a:xfrm>
            <a:off x="9096375" y="1390650"/>
            <a:ext cx="2428875" cy="45053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DemoCaption"/>
          <p:cNvSpPr txBox="1"/>
          <p:nvPr/>
        </p:nvSpPr>
        <p:spPr>
          <a:xfrm>
            <a:off x="9239250" y="1533525"/>
            <a:ext cx="2143125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02 · Токи и результат</a:t>
            </a:r>
          </a:p>
        </p:txBody>
      </p:sp>
      <p:pic>
        <p:nvPicPr>
          <p:cNvPr id="14" name="!!DemoContent" descr="ped-exampl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229725" y="2657054"/>
            <a:ext cx="2162175" cy="1696291"/>
          </a:xfrm>
          <a:prstGeom prst="rect">
            <a:avLst/>
          </a:prstGeom>
        </p:spPr>
      </p:pic>
      <p:sp>
        <p:nvSpPr>
          <p:cNvPr id="15" name="CoolingResult"/>
          <p:cNvSpPr txBox="1"/>
          <p:nvPr/>
        </p:nvSpPr>
        <p:spPr>
          <a:xfrm>
            <a:off x="9267825" y="5048250"/>
            <a:ext cx="2105025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000000"/>
                </a:solidFill>
                <a:latin typeface="Arial"/>
              </a:defRPr>
            </a:pPr>
            <a:r>
              <a:t>32,8 м³/сут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781050" y="6048375"/>
            <a:ext cx="1066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B7B7B7"/>
                </a:solidFill>
                <a:latin typeface="Arial"/>
              </a:defRPr>
            </a:pPr>
            <a:r>
              <a:t>Учебный пример. Параметры и токи в работе — по данным конкретного оборудования.</a:t>
            </a:r>
          </a:p>
        </p:txBody>
      </p:sp>
      <p:sp>
        <p:nvSpPr>
          <p:cNvPr id="17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ОХЛАЖДЕНИЕ ПЭД</a:t>
            </a:r>
          </a:p>
        </p:txBody>
      </p:sp>
      <p:sp>
        <p:nvSpPr>
          <p:cNvPr id="19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0" name="PageIndex_9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21" name="!!BackToOverview">
            <a:hlinkClick action="ppaction://hlinksldjump" r:id="rId5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5" name="FullSlidePhoto_cabine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6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Разгон · Эталон ЧР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Параметры ЧРП</a:t>
            </a:r>
          </a:p>
        </p:txBody>
      </p:sp>
      <p:pic>
        <p:nvPicPr>
          <p:cNvPr id="7" name="!!StepPhoto0" descr="ramp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7250" y="4054760"/>
            <a:ext cx="3152775" cy="1101153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«Параметры ЧРП».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Прогр. изм F</a:t>
            </a:r>
          </a:p>
        </p:txBody>
      </p:sp>
      <p:pic>
        <p:nvPicPr>
          <p:cNvPr id="12" name="!!StepPhoto1" descr="ramp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72000" y="4045316"/>
            <a:ext cx="3152775" cy="1120042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«Прогр. изм F».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Частоты</a:t>
            </a:r>
          </a:p>
        </p:txBody>
      </p:sp>
      <p:pic>
        <p:nvPicPr>
          <p:cNvPr id="17" name="!!StepPhoto2" descr="ramp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86750" y="4045324"/>
            <a:ext cx="3152775" cy="11200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Параметры — по технологическому заданию.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6.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РАЗГОН · ЭТАЛОН ЧР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PageIndex_10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5" name="FullSlidePhoto_pad" descr="exec-98d24464-9737-4f17-871e-09abca4b79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6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РИЧ · Борец КАСКАД-НТ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Вход в меню</a:t>
            </a:r>
          </a:p>
        </p:txBody>
      </p:sp>
      <p:pic>
        <p:nvPicPr>
          <p:cNvPr id="7" name="!!StepPhoto0" descr="rich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55642" y="3952875"/>
            <a:ext cx="1955990" cy="1304925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Нажать «Ввод / Enter».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</a:t>
            </a:r>
          </a:p>
        </p:txBody>
      </p:sp>
      <p:pic>
        <p:nvPicPr>
          <p:cNvPr id="12" name="!!StepPhoto1" descr="rich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159807" y="3952875"/>
            <a:ext cx="1977159" cy="1304925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 I</a:t>
            </a:r>
          </a:p>
        </p:txBody>
      </p:sp>
      <p:pic>
        <p:nvPicPr>
          <p:cNvPr id="17" name="!!StepPhoto2" descr="rich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860450" y="3952875"/>
            <a:ext cx="2005373" cy="13049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 I».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8.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РИЧ · БОРЕЦ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PageIndex_11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7" name="FullSlidePhoto_documents" descr="exec-fa0e0697-f95c-4500-afb5-e2f2b5dab8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8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6953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Карманный регламент.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000375"/>
            <a:ext cx="69532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Поиск по слову вместо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перелистывания бумажного носителя.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400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3338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Перейти по ссылке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49530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488632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Сохранить закладку с подписью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5054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4387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Открыть офлайн после загрузки</a:t>
            </a:r>
          </a:p>
        </p:txBody>
      </p:sp>
      <p:sp>
        <p:nvSpPr>
          <p:cNvPr id="10" name="VnrFrame"/>
          <p:cNvSpPr/>
          <p:nvPr/>
        </p:nvSpPr>
        <p:spPr>
          <a:xfrm>
            <a:off x="8248650" y="1381125"/>
            <a:ext cx="3276600" cy="47434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VnrScreen" descr="vnr.png"/>
          <p:cNvPicPr>
            <a:picLocks noChangeAspect="1"/>
          </p:cNvPicPr>
          <p:nvPr/>
        </p:nvPicPr>
        <p:blipFill>
          <a:blip r:embed="rId2"/>
          <a:srcRect t="2000" b="22746"/>
          <a:stretch>
            <a:fillRect/>
          </a:stretch>
        </p:blipFill>
        <p:spPr>
          <a:xfrm>
            <a:off x="8553450" y="1571625"/>
            <a:ext cx="2667000" cy="4343400"/>
          </a:xfrm>
          <a:prstGeom prst="rect">
            <a:avLst/>
          </a:prstGeom>
        </p:spPr>
      </p:pic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КАРМАННЫЙ РЕГЛАМЕНТ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PageIndex_12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6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7" name="FullSlidePhoto_pad" descr="exec-98d24464-9737-4f17-871e-09abca4b79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8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Больше рабочих инструментов.</a:t>
            </a:r>
          </a:p>
        </p:txBody>
      </p:sp>
      <p:sp>
        <p:nvSpPr>
          <p:cNvPr id="3" name="ToolCard0"/>
          <p:cNvSpPr/>
          <p:nvPr/>
        </p:nvSpPr>
        <p:spPr>
          <a:xfrm>
            <a:off x="66675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71525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Уровень жидкости</a:t>
            </a:r>
          </a:p>
        </p:txBody>
      </p:sp>
      <p:pic>
        <p:nvPicPr>
          <p:cNvPr id="5" name="ToolScreen0" descr="tool-level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32411" y="3238500"/>
            <a:ext cx="1135551" cy="2457450"/>
          </a:xfrm>
          <a:prstGeom prst="rect">
            <a:avLst/>
          </a:prstGeom>
        </p:spPr>
      </p:pic>
      <p:sp>
        <p:nvSpPr>
          <p:cNvPr id="6" name="ToolCard1"/>
          <p:cNvSpPr/>
          <p:nvPr/>
        </p:nvSpPr>
        <p:spPr>
          <a:xfrm>
            <a:off x="250507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_6"/>
          <p:cNvSpPr txBox="1"/>
          <p:nvPr/>
        </p:nvSpPr>
        <p:spPr>
          <a:xfrm>
            <a:off x="260985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Частота запуска</a:t>
            </a:r>
          </a:p>
        </p:txBody>
      </p:sp>
      <p:pic>
        <p:nvPicPr>
          <p:cNvPr id="8" name="ToolScreen1" descr="tool-frequency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770736" y="3238500"/>
            <a:ext cx="1135551" cy="2457450"/>
          </a:xfrm>
          <a:prstGeom prst="rect">
            <a:avLst/>
          </a:prstGeom>
        </p:spPr>
      </p:pic>
      <p:sp>
        <p:nvSpPr>
          <p:cNvPr id="9" name="ToolCard2"/>
          <p:cNvSpPr/>
          <p:nvPr/>
        </p:nvSpPr>
        <p:spPr>
          <a:xfrm>
            <a:off x="434340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4448175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Приток</a:t>
            </a:r>
          </a:p>
        </p:txBody>
      </p:sp>
      <p:pic>
        <p:nvPicPr>
          <p:cNvPr id="11" name="ToolScreen2" descr="tool-flow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609061" y="3238500"/>
            <a:ext cx="1135551" cy="2457450"/>
          </a:xfrm>
          <a:prstGeom prst="rect">
            <a:avLst/>
          </a:prstGeom>
        </p:spPr>
      </p:pic>
      <p:sp>
        <p:nvSpPr>
          <p:cNvPr id="12" name="ToolCard3"/>
          <p:cNvSpPr/>
          <p:nvPr/>
        </p:nvSpPr>
        <p:spPr>
          <a:xfrm>
            <a:off x="618172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_12"/>
          <p:cNvSpPr txBox="1"/>
          <p:nvPr/>
        </p:nvSpPr>
        <p:spPr>
          <a:xfrm>
            <a:off x="628650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Потенциал скважины</a:t>
            </a:r>
          </a:p>
        </p:txBody>
      </p:sp>
      <p:pic>
        <p:nvPicPr>
          <p:cNvPr id="14" name="ToolScreen3" descr="tool-wellPotential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447386" y="3238500"/>
            <a:ext cx="1135551" cy="2457450"/>
          </a:xfrm>
          <a:prstGeom prst="rect">
            <a:avLst/>
          </a:prstGeom>
        </p:spPr>
      </p:pic>
      <p:sp>
        <p:nvSpPr>
          <p:cNvPr id="15" name="ToolCard4"/>
          <p:cNvSpPr/>
          <p:nvPr/>
        </p:nvSpPr>
        <p:spPr>
          <a:xfrm>
            <a:off x="802005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_15"/>
          <p:cNvSpPr txBox="1"/>
          <p:nvPr/>
        </p:nvSpPr>
        <p:spPr>
          <a:xfrm>
            <a:off x="8124824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РПД</a:t>
            </a:r>
          </a:p>
        </p:txBody>
      </p:sp>
      <p:pic>
        <p:nvPicPr>
          <p:cNvPr id="17" name="ToolScreen4" descr="tool-rpd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285711" y="3238500"/>
            <a:ext cx="1135551" cy="2457450"/>
          </a:xfrm>
          <a:prstGeom prst="rect">
            <a:avLst/>
          </a:prstGeom>
        </p:spPr>
      </p:pic>
      <p:sp>
        <p:nvSpPr>
          <p:cNvPr id="18" name="ToolCard5"/>
          <p:cNvSpPr/>
          <p:nvPr/>
        </p:nvSpPr>
        <p:spPr>
          <a:xfrm>
            <a:off x="985837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_18"/>
          <p:cNvSpPr txBox="1"/>
          <p:nvPr/>
        </p:nvSpPr>
        <p:spPr>
          <a:xfrm>
            <a:off x="996315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Отпайка ТМПН</a:t>
            </a:r>
          </a:p>
        </p:txBody>
      </p:sp>
      <p:pic>
        <p:nvPicPr>
          <p:cNvPr id="20" name="ToolScreen5" descr="tool-tap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0124036" y="3238500"/>
            <a:ext cx="1135551" cy="2457450"/>
          </a:xfrm>
          <a:prstGeom prst="rect">
            <a:avLst/>
          </a:prstGeom>
        </p:spPr>
      </p:pic>
      <p:sp>
        <p:nvSpPr>
          <p:cNvPr id="21" name="Text_20"/>
          <p:cNvSpPr txBox="1"/>
          <p:nvPr/>
        </p:nvSpPr>
        <p:spPr>
          <a:xfrm>
            <a:off x="762000" y="601027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FFCD00"/>
                </a:solidFill>
                <a:latin typeface="Arial"/>
              </a:defRPr>
            </a:pPr>
            <a:r>
              <a:t>Ещё: коэффициент 2А · температура ТМС · СКО · УПР / АПВ</a:t>
            </a:r>
          </a:p>
        </p:txBody>
      </p:sp>
      <p:sp>
        <p:nvSpPr>
          <p:cNvPr id="2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ИНСТРУМЕНТЫ</a:t>
            </a:r>
          </a:p>
        </p:txBody>
      </p:sp>
      <p:sp>
        <p:nvSpPr>
          <p:cNvPr id="2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5" name="PageIndex_13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26" name="!!BackToOverview">
            <a:hlinkClick action="ppaction://hlinksldjump" r:id="rId9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6" name="FullSlidePhoto_documents" descr="exec-fa0e0697-f95c-4500-afb5-e2f2b5dab8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7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6858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Не просто калькулятор.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Поясняет расчёт.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638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57187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Как пользоваться формулой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43529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4286250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означают величины и единицы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5067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500062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проверить перед действием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62000" y="5857875"/>
            <a:ext cx="68580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CD00"/>
                </a:solidFill>
                <a:latin typeface="Arial"/>
              </a:defRPr>
            </a:pPr>
            <a:r>
              <a:t>Кнопка «?» — пояснения, формулы и замечания</a:t>
            </a:r>
          </a:p>
        </p:txBody>
      </p:sp>
      <p:pic>
        <p:nvPicPr>
          <p:cNvPr id="10" name="HelpScreen" descr="help-formula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830555" y="1333500"/>
            <a:ext cx="2227089" cy="4819650"/>
          </a:xfrm>
          <a:prstGeom prst="rect">
            <a:avLst/>
          </a:prstGeom>
        </p:spPr>
      </p:pic>
      <p:sp>
        <p:nvSpPr>
          <p:cNvPr id="11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ПОЯСНЕНИЯ И ФОРМУЛЫ</a:t>
            </a:r>
          </a:p>
        </p:txBody>
      </p:sp>
      <p:sp>
        <p:nvSpPr>
          <p:cNvPr id="13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4" name="PageIndex_14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5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" name="FullSlidePhoto_pad" descr="exec-98d24464-9737-4f17-871e-09abca4b79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1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Где помогает в работе.</a:t>
            </a:r>
          </a:p>
        </p:txBody>
      </p:sp>
      <p:sp>
        <p:nvSpPr>
          <p:cNvPr id="3" name="Block_2"/>
          <p:cNvSpPr/>
          <p:nvPr/>
        </p:nvSpPr>
        <p:spPr>
          <a:xfrm>
            <a:off x="7620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620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Разгон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7620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Резкий набор частоты: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выноса КВЧ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износа УЭЦН.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7620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темпа и шагов</a:t>
            </a:r>
            <a:br/>
            <a:r>
              <a:t>для конкретной станции.</a:t>
            </a:r>
          </a:p>
        </p:txBody>
      </p:sp>
      <p:sp>
        <p:nvSpPr>
          <p:cNvPr id="7" name="Block_6"/>
          <p:cNvSpPr/>
          <p:nvPr/>
        </p:nvSpPr>
        <p:spPr>
          <a:xfrm>
            <a:off x="447675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_7"/>
          <p:cNvSpPr txBox="1"/>
          <p:nvPr/>
        </p:nvSpPr>
        <p:spPr>
          <a:xfrm>
            <a:off x="447675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РИЧ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447675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Ошибка переключения: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нежелательный режим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лишний простой.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47675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Последовательность меню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и фотоподсказки.</a:t>
            </a:r>
          </a:p>
        </p:txBody>
      </p:sp>
      <p:sp>
        <p:nvSpPr>
          <p:cNvPr id="11" name="Block_10"/>
          <p:cNvSpPr/>
          <p:nvPr/>
        </p:nvSpPr>
        <p:spPr>
          <a:xfrm>
            <a:off x="81915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_11"/>
          <p:cNvSpPr txBox="1"/>
          <p:nvPr/>
        </p:nvSpPr>
        <p:spPr>
          <a:xfrm>
            <a:off x="81915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Приток и охлаждение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81915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Недостаток охлаждения: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перегрева ПЭД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отказа УЭЦН.</a:t>
            </a:r>
          </a:p>
        </p:txBody>
      </p:sp>
      <p:sp>
        <p:nvSpPr>
          <p:cNvPr id="14" name="Text_13"/>
          <p:cNvSpPr txBox="1"/>
          <p:nvPr/>
        </p:nvSpPr>
        <p:spPr>
          <a:xfrm>
            <a:off x="81915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притока и проверка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условий охлаждения.</a:t>
            </a:r>
          </a:p>
        </p:txBody>
      </p:sp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ПРАКТИЧЕСКАЯ ПОЛЬЗА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PageIndex_15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3" name="FullSlidePhoto_documents" descr="exec-fa0e0697-f95c-4500-afb5-e2f2b5dab8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4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ДОКУМЕНТАЛЬНАЯ ОСНОВА</a:t>
            </a:r>
          </a:p>
        </p:txBody>
      </p:sp>
      <p:sp>
        <p:nvSpPr>
          <p:cNvPr id="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5" name="PageIndex_16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6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75" b="1">
                <a:solidFill>
                  <a:srgbClr val="FFFFFF"/>
                </a:solidFill>
                <a:latin typeface="Arial"/>
              </a:defRPr>
            </a:pPr>
            <a:r>
              <a:t>На чём основан проект</a:t>
            </a:r>
          </a:p>
        </p:txBody>
      </p:sp>
      <p:sp>
        <p:nvSpPr>
          <p:cNvPr id="7" name="Block_6"/>
          <p:cNvSpPr/>
          <p:nvPr/>
        </p:nvSpPr>
        <p:spPr>
          <a:xfrm>
            <a:off x="742950" y="2857500"/>
            <a:ext cx="5095875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_7"/>
          <p:cNvSpPr txBox="1"/>
          <p:nvPr/>
        </p:nvSpPr>
        <p:spPr>
          <a:xfrm>
            <a:off x="742950" y="3286125"/>
            <a:ext cx="509587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Регламент ВНР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42950" y="4305300"/>
            <a:ext cx="5095875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Формулы и примеры расчётов.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Последовательность действий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при выводе скважины на режим.</a:t>
            </a:r>
          </a:p>
        </p:txBody>
      </p:sp>
      <p:sp>
        <p:nvSpPr>
          <p:cNvPr id="10" name="Block_9"/>
          <p:cNvSpPr/>
          <p:nvPr/>
        </p:nvSpPr>
        <p:spPr>
          <a:xfrm>
            <a:off x="6362700" y="2857500"/>
            <a:ext cx="5095875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_10"/>
          <p:cNvSpPr txBox="1"/>
          <p:nvPr/>
        </p:nvSpPr>
        <p:spPr>
          <a:xfrm>
            <a:off x="6362700" y="3286125"/>
            <a:ext cx="509587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Инструкции по ПБ и ОТ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6362700" y="4305300"/>
            <a:ext cx="5095875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Требования промышленной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безопасности и охраны труда.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Теоретические и справочные материалы.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6" name="WarmDevelopmentIllustration" descr="exec-9aa9ecd3-ed6c-43a8-a82d-e8e2f9a7734a.png"/>
          <p:cNvPicPr>
            <a:picLocks noChangeAspect="1"/>
          </p:cNvPicPr>
          <p:nvPr/>
        </p:nvPicPr>
        <p:blipFill>
          <a:blip r:embed="rId4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РАЗРАБОТКА ПРОГРАММЫ</a:t>
            </a:r>
          </a:p>
        </p:txBody>
      </p:sp>
      <p:sp>
        <p:nvSpPr>
          <p:cNvPr id="5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6" name="PageIndex_17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723900" y="1476375"/>
            <a:ext cx="647700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7950" b="1">
                <a:solidFill>
                  <a:srgbClr val="FFCD00"/>
                </a:solidFill>
                <a:latin typeface="Arial"/>
              </a:defRPr>
            </a:pPr>
            <a:r>
              <a:t>3 месяца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781050" y="2762250"/>
            <a:ext cx="6477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775" b="1">
                <a:solidFill>
                  <a:srgbClr val="FFFFFF"/>
                </a:solidFill>
                <a:latin typeface="Arial"/>
              </a:defRPr>
            </a:pPr>
            <a:r>
              <a:t>разработки программы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800100" y="3638550"/>
            <a:ext cx="576262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Прямые денежные расходы минимальны.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Основной ресурс — время.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800100" y="4572000"/>
            <a:ext cx="2143125" cy="409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CD00"/>
                </a:solidFill>
                <a:latin typeface="Arial"/>
              </a:defRPr>
            </a:pPr>
            <a:r>
              <a:t>Десятки часов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3028950" y="4610100"/>
            <a:ext cx="319087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FFFF"/>
                </a:solidFill>
                <a:latin typeface="Arial"/>
              </a:defRPr>
            </a:pPr>
            <a:r>
              <a:t>работы с документальной базой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800100" y="5105400"/>
            <a:ext cx="2143125" cy="409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CD00"/>
                </a:solidFill>
                <a:latin typeface="Arial"/>
              </a:defRPr>
            </a:pPr>
            <a:r>
              <a:t>Сотни часов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3028950" y="5143500"/>
            <a:ext cx="319087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FFFF"/>
                </a:solidFill>
                <a:latin typeface="Arial"/>
              </a:defRPr>
            </a:pPr>
            <a:r>
              <a:t>работы над архитектурой проекта</a:t>
            </a:r>
          </a:p>
        </p:txBody>
      </p:sp>
      <p:sp>
        <p:nvSpPr>
          <p:cNvPr id="14" name="Text_13"/>
          <p:cNvSpPr txBox="1"/>
          <p:nvPr/>
        </p:nvSpPr>
        <p:spPr>
          <a:xfrm>
            <a:off x="800100" y="5638800"/>
            <a:ext cx="2143125" cy="409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CD00"/>
                </a:solidFill>
                <a:latin typeface="Arial"/>
              </a:defRPr>
            </a:pPr>
            <a:r>
              <a:t>Недели</a:t>
            </a:r>
          </a:p>
        </p:txBody>
      </p:sp>
      <p:sp>
        <p:nvSpPr>
          <p:cNvPr id="15" name="Text_14"/>
          <p:cNvSpPr txBox="1"/>
          <p:nvPr/>
        </p:nvSpPr>
        <p:spPr>
          <a:xfrm>
            <a:off x="3028950" y="5676900"/>
            <a:ext cx="319087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FFFF"/>
                </a:solidFill>
                <a:latin typeface="Arial"/>
              </a:defRPr>
            </a:pPr>
            <a:r>
              <a:t>тестирования продукта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263" name="WarmOilfieldIllustration" descr="exec-54ad350e-4ce2-4e75-a59e-d924ea106a67.png"/>
          <p:cNvPicPr>
            <a:picLocks noChangeAspect="1"/>
          </p:cNvPicPr>
          <p:nvPr/>
        </p:nvPicPr>
        <p:blipFill>
          <a:blip r:embed="rId4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61" name="PeopleContrast"/>
          <p:cNvSpPr/>
          <p:nvPr/>
        </p:nvSpPr>
        <p:spPr>
          <a:xfrm>
            <a:off x="6667500" y="1619250"/>
            <a:ext cx="4857750" cy="4333875"/>
          </a:xfrm>
          <a:prstGeom prst="rect">
            <a:avLst/>
          </a:prstGeom>
          <a:solidFill>
            <a:srgbClr val="000000">
              <a:alpha val="6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723900" y="1762125"/>
            <a:ext cx="619125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0875" b="1">
                <a:solidFill>
                  <a:srgbClr val="FFCD00"/>
                </a:solidFill>
                <a:latin typeface="Arial"/>
              </a:defRPr>
            </a:pPr>
            <a:r>
              <a:t>≈250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809625" y="3857625"/>
            <a:ext cx="6000750" cy="1190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потенциальных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пользователей</a:t>
            </a:r>
          </a:p>
        </p:txBody>
      </p:sp>
      <p:grpSp>
        <p:nvGrpSpPr>
          <p:cNvPr id="5" name="Person0"/>
          <p:cNvGrpSpPr/>
          <p:nvPr/>
        </p:nvGrpSpPr>
        <p:grpSpPr>
          <a:xfrm>
            <a:off x="6783228" y="1809750"/>
            <a:ext cx="122872" cy="298989"/>
            <a:chOff x="6783228" y="1809750"/>
            <a:chExt cx="122872" cy="298989"/>
          </a:xfrm>
        </p:grpSpPr>
        <p:sp>
          <p:nvSpPr>
            <p:cNvPr id="6" name="Oval 5"/>
            <p:cNvSpPr/>
            <p:nvPr/>
          </p:nvSpPr>
          <p:spPr>
            <a:xfrm>
              <a:off x="6811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783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791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856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Person1"/>
          <p:cNvGrpSpPr/>
          <p:nvPr/>
        </p:nvGrpSpPr>
        <p:grpSpPr>
          <a:xfrm>
            <a:off x="6973728" y="1809750"/>
            <a:ext cx="122872" cy="298989"/>
            <a:chOff x="6973728" y="1809750"/>
            <a:chExt cx="122872" cy="298989"/>
          </a:xfrm>
        </p:grpSpPr>
        <p:sp>
          <p:nvSpPr>
            <p:cNvPr id="11" name="Oval 10"/>
            <p:cNvSpPr/>
            <p:nvPr/>
          </p:nvSpPr>
          <p:spPr>
            <a:xfrm>
              <a:off x="70023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3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1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047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Person2"/>
          <p:cNvGrpSpPr/>
          <p:nvPr/>
        </p:nvGrpSpPr>
        <p:grpSpPr>
          <a:xfrm>
            <a:off x="7164228" y="1809750"/>
            <a:ext cx="122872" cy="298989"/>
            <a:chOff x="7164228" y="1809750"/>
            <a:chExt cx="122872" cy="298989"/>
          </a:xfrm>
        </p:grpSpPr>
        <p:sp>
          <p:nvSpPr>
            <p:cNvPr id="16" name="Oval 15"/>
            <p:cNvSpPr/>
            <p:nvPr/>
          </p:nvSpPr>
          <p:spPr>
            <a:xfrm>
              <a:off x="7192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164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172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237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" name="Person3"/>
          <p:cNvGrpSpPr/>
          <p:nvPr/>
        </p:nvGrpSpPr>
        <p:grpSpPr>
          <a:xfrm>
            <a:off x="7354728" y="1809750"/>
            <a:ext cx="122872" cy="298989"/>
            <a:chOff x="7354728" y="1809750"/>
            <a:chExt cx="122872" cy="298989"/>
          </a:xfrm>
        </p:grpSpPr>
        <p:sp>
          <p:nvSpPr>
            <p:cNvPr id="21" name="Oval 20"/>
            <p:cNvSpPr/>
            <p:nvPr/>
          </p:nvSpPr>
          <p:spPr>
            <a:xfrm>
              <a:off x="7383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7354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362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28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" name="Person4"/>
          <p:cNvGrpSpPr/>
          <p:nvPr/>
        </p:nvGrpSpPr>
        <p:grpSpPr>
          <a:xfrm>
            <a:off x="7545228" y="1809750"/>
            <a:ext cx="122872" cy="298989"/>
            <a:chOff x="7545228" y="1809750"/>
            <a:chExt cx="122872" cy="298989"/>
          </a:xfrm>
        </p:grpSpPr>
        <p:sp>
          <p:nvSpPr>
            <p:cNvPr id="26" name="Oval 25"/>
            <p:cNvSpPr/>
            <p:nvPr/>
          </p:nvSpPr>
          <p:spPr>
            <a:xfrm>
              <a:off x="7573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545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553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7618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" name="Person5"/>
          <p:cNvGrpSpPr/>
          <p:nvPr/>
        </p:nvGrpSpPr>
        <p:grpSpPr>
          <a:xfrm>
            <a:off x="7735728" y="1809750"/>
            <a:ext cx="122872" cy="298989"/>
            <a:chOff x="7735728" y="1809750"/>
            <a:chExt cx="122872" cy="298989"/>
          </a:xfrm>
        </p:grpSpPr>
        <p:sp>
          <p:nvSpPr>
            <p:cNvPr id="31" name="Oval 30"/>
            <p:cNvSpPr/>
            <p:nvPr/>
          </p:nvSpPr>
          <p:spPr>
            <a:xfrm>
              <a:off x="77643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7735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7743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809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" name="Person6"/>
          <p:cNvGrpSpPr/>
          <p:nvPr/>
        </p:nvGrpSpPr>
        <p:grpSpPr>
          <a:xfrm>
            <a:off x="7926228" y="1809750"/>
            <a:ext cx="122872" cy="298989"/>
            <a:chOff x="7926228" y="1809750"/>
            <a:chExt cx="122872" cy="298989"/>
          </a:xfrm>
        </p:grpSpPr>
        <p:sp>
          <p:nvSpPr>
            <p:cNvPr id="36" name="Oval 35"/>
            <p:cNvSpPr/>
            <p:nvPr/>
          </p:nvSpPr>
          <p:spPr>
            <a:xfrm>
              <a:off x="7954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926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934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7999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" name="Person7"/>
          <p:cNvGrpSpPr/>
          <p:nvPr/>
        </p:nvGrpSpPr>
        <p:grpSpPr>
          <a:xfrm>
            <a:off x="8116728" y="1809750"/>
            <a:ext cx="122872" cy="298989"/>
            <a:chOff x="8116728" y="1809750"/>
            <a:chExt cx="122872" cy="298989"/>
          </a:xfrm>
        </p:grpSpPr>
        <p:sp>
          <p:nvSpPr>
            <p:cNvPr id="41" name="Oval 40"/>
            <p:cNvSpPr/>
            <p:nvPr/>
          </p:nvSpPr>
          <p:spPr>
            <a:xfrm>
              <a:off x="8145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8116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124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8190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" name="Person8"/>
          <p:cNvGrpSpPr/>
          <p:nvPr/>
        </p:nvGrpSpPr>
        <p:grpSpPr>
          <a:xfrm>
            <a:off x="8307228" y="1809750"/>
            <a:ext cx="122872" cy="298989"/>
            <a:chOff x="8307228" y="1809750"/>
            <a:chExt cx="122872" cy="298989"/>
          </a:xfrm>
        </p:grpSpPr>
        <p:sp>
          <p:nvSpPr>
            <p:cNvPr id="46" name="Oval 45"/>
            <p:cNvSpPr/>
            <p:nvPr/>
          </p:nvSpPr>
          <p:spPr>
            <a:xfrm>
              <a:off x="83358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8307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8315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80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" name="Person9"/>
          <p:cNvGrpSpPr/>
          <p:nvPr/>
        </p:nvGrpSpPr>
        <p:grpSpPr>
          <a:xfrm>
            <a:off x="8497728" y="1809750"/>
            <a:ext cx="122872" cy="298989"/>
            <a:chOff x="8497728" y="1809750"/>
            <a:chExt cx="122872" cy="298989"/>
          </a:xfrm>
        </p:grpSpPr>
        <p:sp>
          <p:nvSpPr>
            <p:cNvPr id="51" name="Oval 50"/>
            <p:cNvSpPr/>
            <p:nvPr/>
          </p:nvSpPr>
          <p:spPr>
            <a:xfrm>
              <a:off x="8526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8497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8505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8571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" name="Person10"/>
          <p:cNvGrpSpPr/>
          <p:nvPr/>
        </p:nvGrpSpPr>
        <p:grpSpPr>
          <a:xfrm>
            <a:off x="8688228" y="1809750"/>
            <a:ext cx="122872" cy="298989"/>
            <a:chOff x="8688228" y="1809750"/>
            <a:chExt cx="122872" cy="298989"/>
          </a:xfrm>
        </p:grpSpPr>
        <p:sp>
          <p:nvSpPr>
            <p:cNvPr id="56" name="Oval 55"/>
            <p:cNvSpPr/>
            <p:nvPr/>
          </p:nvSpPr>
          <p:spPr>
            <a:xfrm>
              <a:off x="8716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8688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696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61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" name="Person11"/>
          <p:cNvGrpSpPr/>
          <p:nvPr/>
        </p:nvGrpSpPr>
        <p:grpSpPr>
          <a:xfrm>
            <a:off x="8878728" y="1809750"/>
            <a:ext cx="122872" cy="298989"/>
            <a:chOff x="8878728" y="1809750"/>
            <a:chExt cx="122872" cy="298989"/>
          </a:xfrm>
        </p:grpSpPr>
        <p:sp>
          <p:nvSpPr>
            <p:cNvPr id="61" name="Oval 60"/>
            <p:cNvSpPr/>
            <p:nvPr/>
          </p:nvSpPr>
          <p:spPr>
            <a:xfrm>
              <a:off x="8907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8878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8886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8952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" name="Person12"/>
          <p:cNvGrpSpPr/>
          <p:nvPr/>
        </p:nvGrpSpPr>
        <p:grpSpPr>
          <a:xfrm>
            <a:off x="9069228" y="1809750"/>
            <a:ext cx="122872" cy="298989"/>
            <a:chOff x="9069228" y="1809750"/>
            <a:chExt cx="122872" cy="298989"/>
          </a:xfrm>
        </p:grpSpPr>
        <p:sp>
          <p:nvSpPr>
            <p:cNvPr id="66" name="Oval 65"/>
            <p:cNvSpPr/>
            <p:nvPr/>
          </p:nvSpPr>
          <p:spPr>
            <a:xfrm>
              <a:off x="9097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9069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9077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9142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" name="Person13"/>
          <p:cNvGrpSpPr/>
          <p:nvPr/>
        </p:nvGrpSpPr>
        <p:grpSpPr>
          <a:xfrm>
            <a:off x="9259728" y="1809750"/>
            <a:ext cx="122872" cy="298989"/>
            <a:chOff x="9259728" y="1809750"/>
            <a:chExt cx="122872" cy="298989"/>
          </a:xfrm>
        </p:grpSpPr>
        <p:sp>
          <p:nvSpPr>
            <p:cNvPr id="71" name="Oval 70"/>
            <p:cNvSpPr/>
            <p:nvPr/>
          </p:nvSpPr>
          <p:spPr>
            <a:xfrm>
              <a:off x="9288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9259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9267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9333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" name="Person14"/>
          <p:cNvGrpSpPr/>
          <p:nvPr/>
        </p:nvGrpSpPr>
        <p:grpSpPr>
          <a:xfrm>
            <a:off x="9450228" y="1809750"/>
            <a:ext cx="122872" cy="298989"/>
            <a:chOff x="9450228" y="1809750"/>
            <a:chExt cx="122872" cy="298989"/>
          </a:xfrm>
        </p:grpSpPr>
        <p:sp>
          <p:nvSpPr>
            <p:cNvPr id="76" name="Oval 75"/>
            <p:cNvSpPr/>
            <p:nvPr/>
          </p:nvSpPr>
          <p:spPr>
            <a:xfrm>
              <a:off x="9478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9450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9458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9523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" name="Person15"/>
          <p:cNvGrpSpPr/>
          <p:nvPr/>
        </p:nvGrpSpPr>
        <p:grpSpPr>
          <a:xfrm>
            <a:off x="9640728" y="1809750"/>
            <a:ext cx="122872" cy="298989"/>
            <a:chOff x="9640728" y="1809750"/>
            <a:chExt cx="122872" cy="298989"/>
          </a:xfrm>
        </p:grpSpPr>
        <p:sp>
          <p:nvSpPr>
            <p:cNvPr id="81" name="Oval 80"/>
            <p:cNvSpPr/>
            <p:nvPr/>
          </p:nvSpPr>
          <p:spPr>
            <a:xfrm>
              <a:off x="9669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9640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9648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9714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" name="Person16"/>
          <p:cNvGrpSpPr/>
          <p:nvPr/>
        </p:nvGrpSpPr>
        <p:grpSpPr>
          <a:xfrm>
            <a:off x="9831228" y="1809750"/>
            <a:ext cx="122872" cy="298989"/>
            <a:chOff x="9831228" y="1809750"/>
            <a:chExt cx="122872" cy="298989"/>
          </a:xfrm>
        </p:grpSpPr>
        <p:sp>
          <p:nvSpPr>
            <p:cNvPr id="86" name="Oval 85"/>
            <p:cNvSpPr/>
            <p:nvPr/>
          </p:nvSpPr>
          <p:spPr>
            <a:xfrm>
              <a:off x="9859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ounded Rectangle 86"/>
            <p:cNvSpPr/>
            <p:nvPr/>
          </p:nvSpPr>
          <p:spPr>
            <a:xfrm>
              <a:off x="9831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9839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9904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" name="Person17"/>
          <p:cNvGrpSpPr/>
          <p:nvPr/>
        </p:nvGrpSpPr>
        <p:grpSpPr>
          <a:xfrm>
            <a:off x="10021728" y="1809750"/>
            <a:ext cx="122872" cy="298989"/>
            <a:chOff x="10021728" y="1809750"/>
            <a:chExt cx="122872" cy="298989"/>
          </a:xfrm>
        </p:grpSpPr>
        <p:sp>
          <p:nvSpPr>
            <p:cNvPr id="91" name="Oval 90"/>
            <p:cNvSpPr/>
            <p:nvPr/>
          </p:nvSpPr>
          <p:spPr>
            <a:xfrm>
              <a:off x="10050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>
              <a:off x="10021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10029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10095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" name="Person18"/>
          <p:cNvGrpSpPr/>
          <p:nvPr/>
        </p:nvGrpSpPr>
        <p:grpSpPr>
          <a:xfrm>
            <a:off x="10212228" y="1809750"/>
            <a:ext cx="122872" cy="298989"/>
            <a:chOff x="10212228" y="1809750"/>
            <a:chExt cx="122872" cy="298989"/>
          </a:xfrm>
        </p:grpSpPr>
        <p:sp>
          <p:nvSpPr>
            <p:cNvPr id="96" name="Oval 95"/>
            <p:cNvSpPr/>
            <p:nvPr/>
          </p:nvSpPr>
          <p:spPr>
            <a:xfrm>
              <a:off x="10240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Rounded Rectangle 96"/>
            <p:cNvSpPr/>
            <p:nvPr/>
          </p:nvSpPr>
          <p:spPr>
            <a:xfrm>
              <a:off x="10212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10220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10285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" name="Person19"/>
          <p:cNvGrpSpPr/>
          <p:nvPr/>
        </p:nvGrpSpPr>
        <p:grpSpPr>
          <a:xfrm>
            <a:off x="10402728" y="1809750"/>
            <a:ext cx="122872" cy="298989"/>
            <a:chOff x="10402728" y="1809750"/>
            <a:chExt cx="122872" cy="298989"/>
          </a:xfrm>
        </p:grpSpPr>
        <p:sp>
          <p:nvSpPr>
            <p:cNvPr id="101" name="Oval 100"/>
            <p:cNvSpPr/>
            <p:nvPr/>
          </p:nvSpPr>
          <p:spPr>
            <a:xfrm>
              <a:off x="10431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Rounded Rectangle 101"/>
            <p:cNvSpPr/>
            <p:nvPr/>
          </p:nvSpPr>
          <p:spPr>
            <a:xfrm>
              <a:off x="10402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10410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10476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" name="Person20"/>
          <p:cNvGrpSpPr/>
          <p:nvPr/>
        </p:nvGrpSpPr>
        <p:grpSpPr>
          <a:xfrm>
            <a:off x="10593228" y="1809750"/>
            <a:ext cx="122872" cy="298989"/>
            <a:chOff x="10593228" y="1809750"/>
            <a:chExt cx="122872" cy="298989"/>
          </a:xfrm>
        </p:grpSpPr>
        <p:sp>
          <p:nvSpPr>
            <p:cNvPr id="106" name="Oval 105"/>
            <p:cNvSpPr/>
            <p:nvPr/>
          </p:nvSpPr>
          <p:spPr>
            <a:xfrm>
              <a:off x="10621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ounded Rectangle 106"/>
            <p:cNvSpPr/>
            <p:nvPr/>
          </p:nvSpPr>
          <p:spPr>
            <a:xfrm>
              <a:off x="10593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10601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10666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" name="Person21"/>
          <p:cNvGrpSpPr/>
          <p:nvPr/>
        </p:nvGrpSpPr>
        <p:grpSpPr>
          <a:xfrm>
            <a:off x="10783728" y="1809750"/>
            <a:ext cx="122872" cy="298989"/>
            <a:chOff x="10783728" y="1809750"/>
            <a:chExt cx="122872" cy="298989"/>
          </a:xfrm>
        </p:grpSpPr>
        <p:sp>
          <p:nvSpPr>
            <p:cNvPr id="111" name="Oval 110"/>
            <p:cNvSpPr/>
            <p:nvPr/>
          </p:nvSpPr>
          <p:spPr>
            <a:xfrm>
              <a:off x="10812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Rounded Rectangle 111"/>
            <p:cNvSpPr/>
            <p:nvPr/>
          </p:nvSpPr>
          <p:spPr>
            <a:xfrm>
              <a:off x="10783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10791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10857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" name="Person22"/>
          <p:cNvGrpSpPr/>
          <p:nvPr/>
        </p:nvGrpSpPr>
        <p:grpSpPr>
          <a:xfrm>
            <a:off x="10974228" y="1809750"/>
            <a:ext cx="122872" cy="298989"/>
            <a:chOff x="10974228" y="1809750"/>
            <a:chExt cx="122872" cy="298989"/>
          </a:xfrm>
        </p:grpSpPr>
        <p:sp>
          <p:nvSpPr>
            <p:cNvPr id="116" name="Oval 115"/>
            <p:cNvSpPr/>
            <p:nvPr/>
          </p:nvSpPr>
          <p:spPr>
            <a:xfrm>
              <a:off x="11002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>
              <a:off x="10974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10982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11047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" name="Person23"/>
          <p:cNvGrpSpPr/>
          <p:nvPr/>
        </p:nvGrpSpPr>
        <p:grpSpPr>
          <a:xfrm>
            <a:off x="11164728" y="1809750"/>
            <a:ext cx="122872" cy="298989"/>
            <a:chOff x="11164728" y="1809750"/>
            <a:chExt cx="122872" cy="298989"/>
          </a:xfrm>
        </p:grpSpPr>
        <p:sp>
          <p:nvSpPr>
            <p:cNvPr id="121" name="Oval 120"/>
            <p:cNvSpPr/>
            <p:nvPr/>
          </p:nvSpPr>
          <p:spPr>
            <a:xfrm>
              <a:off x="11193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Rounded Rectangle 121"/>
            <p:cNvSpPr/>
            <p:nvPr/>
          </p:nvSpPr>
          <p:spPr>
            <a:xfrm>
              <a:off x="11164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Rectangle 122"/>
            <p:cNvSpPr/>
            <p:nvPr/>
          </p:nvSpPr>
          <p:spPr>
            <a:xfrm>
              <a:off x="11172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Rectangle 123"/>
            <p:cNvSpPr/>
            <p:nvPr/>
          </p:nvSpPr>
          <p:spPr>
            <a:xfrm>
              <a:off x="11238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5" name="Person24"/>
          <p:cNvGrpSpPr/>
          <p:nvPr/>
        </p:nvGrpSpPr>
        <p:grpSpPr>
          <a:xfrm>
            <a:off x="11355228" y="1809750"/>
            <a:ext cx="122872" cy="298989"/>
            <a:chOff x="11355228" y="1809750"/>
            <a:chExt cx="122872" cy="298989"/>
          </a:xfrm>
        </p:grpSpPr>
        <p:sp>
          <p:nvSpPr>
            <p:cNvPr id="126" name="Oval 125"/>
            <p:cNvSpPr/>
            <p:nvPr/>
          </p:nvSpPr>
          <p:spPr>
            <a:xfrm>
              <a:off x="11383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Rounded Rectangle 126"/>
            <p:cNvSpPr/>
            <p:nvPr/>
          </p:nvSpPr>
          <p:spPr>
            <a:xfrm>
              <a:off x="11355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11363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Rectangle 128"/>
            <p:cNvSpPr/>
            <p:nvPr/>
          </p:nvSpPr>
          <p:spPr>
            <a:xfrm>
              <a:off x="11428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" name="Person25"/>
          <p:cNvGrpSpPr/>
          <p:nvPr/>
        </p:nvGrpSpPr>
        <p:grpSpPr>
          <a:xfrm>
            <a:off x="6783228" y="2209800"/>
            <a:ext cx="122872" cy="298989"/>
            <a:chOff x="6783228" y="2209800"/>
            <a:chExt cx="122872" cy="298989"/>
          </a:xfrm>
        </p:grpSpPr>
        <p:sp>
          <p:nvSpPr>
            <p:cNvPr id="131" name="Oval 130"/>
            <p:cNvSpPr/>
            <p:nvPr/>
          </p:nvSpPr>
          <p:spPr>
            <a:xfrm>
              <a:off x="6811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Rounded Rectangle 131"/>
            <p:cNvSpPr/>
            <p:nvPr/>
          </p:nvSpPr>
          <p:spPr>
            <a:xfrm>
              <a:off x="6783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6791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6856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5" name="Person26"/>
          <p:cNvGrpSpPr/>
          <p:nvPr/>
        </p:nvGrpSpPr>
        <p:grpSpPr>
          <a:xfrm>
            <a:off x="6973728" y="2209800"/>
            <a:ext cx="122872" cy="298989"/>
            <a:chOff x="6973728" y="2209800"/>
            <a:chExt cx="122872" cy="298989"/>
          </a:xfrm>
        </p:grpSpPr>
        <p:sp>
          <p:nvSpPr>
            <p:cNvPr id="136" name="Oval 135"/>
            <p:cNvSpPr/>
            <p:nvPr/>
          </p:nvSpPr>
          <p:spPr>
            <a:xfrm>
              <a:off x="70023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Rounded Rectangle 136"/>
            <p:cNvSpPr/>
            <p:nvPr/>
          </p:nvSpPr>
          <p:spPr>
            <a:xfrm>
              <a:off x="6973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6981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7047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0" name="Person27"/>
          <p:cNvGrpSpPr/>
          <p:nvPr/>
        </p:nvGrpSpPr>
        <p:grpSpPr>
          <a:xfrm>
            <a:off x="7164228" y="2209800"/>
            <a:ext cx="122872" cy="298989"/>
            <a:chOff x="7164228" y="2209800"/>
            <a:chExt cx="122872" cy="298989"/>
          </a:xfrm>
        </p:grpSpPr>
        <p:sp>
          <p:nvSpPr>
            <p:cNvPr id="141" name="Oval 140"/>
            <p:cNvSpPr/>
            <p:nvPr/>
          </p:nvSpPr>
          <p:spPr>
            <a:xfrm>
              <a:off x="7192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2" name="Rounded Rectangle 141"/>
            <p:cNvSpPr/>
            <p:nvPr/>
          </p:nvSpPr>
          <p:spPr>
            <a:xfrm>
              <a:off x="7164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3" name="Rectangle 142"/>
            <p:cNvSpPr/>
            <p:nvPr/>
          </p:nvSpPr>
          <p:spPr>
            <a:xfrm>
              <a:off x="7172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7237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5" name="Person28"/>
          <p:cNvGrpSpPr/>
          <p:nvPr/>
        </p:nvGrpSpPr>
        <p:grpSpPr>
          <a:xfrm>
            <a:off x="7354728" y="2209800"/>
            <a:ext cx="122872" cy="298989"/>
            <a:chOff x="7354728" y="2209800"/>
            <a:chExt cx="122872" cy="298989"/>
          </a:xfrm>
        </p:grpSpPr>
        <p:sp>
          <p:nvSpPr>
            <p:cNvPr id="146" name="Oval 145"/>
            <p:cNvSpPr/>
            <p:nvPr/>
          </p:nvSpPr>
          <p:spPr>
            <a:xfrm>
              <a:off x="7383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Rounded Rectangle 146"/>
            <p:cNvSpPr/>
            <p:nvPr/>
          </p:nvSpPr>
          <p:spPr>
            <a:xfrm>
              <a:off x="7354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7362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Rectangle 148"/>
            <p:cNvSpPr/>
            <p:nvPr/>
          </p:nvSpPr>
          <p:spPr>
            <a:xfrm>
              <a:off x="7428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0" name="Person29"/>
          <p:cNvGrpSpPr/>
          <p:nvPr/>
        </p:nvGrpSpPr>
        <p:grpSpPr>
          <a:xfrm>
            <a:off x="7545228" y="2209800"/>
            <a:ext cx="122872" cy="298989"/>
            <a:chOff x="7545228" y="2209800"/>
            <a:chExt cx="122872" cy="298989"/>
          </a:xfrm>
        </p:grpSpPr>
        <p:sp>
          <p:nvSpPr>
            <p:cNvPr id="151" name="Oval 150"/>
            <p:cNvSpPr/>
            <p:nvPr/>
          </p:nvSpPr>
          <p:spPr>
            <a:xfrm>
              <a:off x="7573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Rounded Rectangle 151"/>
            <p:cNvSpPr/>
            <p:nvPr/>
          </p:nvSpPr>
          <p:spPr>
            <a:xfrm>
              <a:off x="7545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7553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7618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5" name="Person30"/>
          <p:cNvGrpSpPr/>
          <p:nvPr/>
        </p:nvGrpSpPr>
        <p:grpSpPr>
          <a:xfrm>
            <a:off x="7735728" y="2209800"/>
            <a:ext cx="122872" cy="298989"/>
            <a:chOff x="7735728" y="2209800"/>
            <a:chExt cx="122872" cy="298989"/>
          </a:xfrm>
        </p:grpSpPr>
        <p:sp>
          <p:nvSpPr>
            <p:cNvPr id="156" name="Oval 155"/>
            <p:cNvSpPr/>
            <p:nvPr/>
          </p:nvSpPr>
          <p:spPr>
            <a:xfrm>
              <a:off x="77643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7" name="Rounded Rectangle 156"/>
            <p:cNvSpPr/>
            <p:nvPr/>
          </p:nvSpPr>
          <p:spPr>
            <a:xfrm>
              <a:off x="7735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7743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7809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0" name="Person31"/>
          <p:cNvGrpSpPr/>
          <p:nvPr/>
        </p:nvGrpSpPr>
        <p:grpSpPr>
          <a:xfrm>
            <a:off x="7926228" y="2209800"/>
            <a:ext cx="122872" cy="298989"/>
            <a:chOff x="7926228" y="2209800"/>
            <a:chExt cx="122872" cy="298989"/>
          </a:xfrm>
        </p:grpSpPr>
        <p:sp>
          <p:nvSpPr>
            <p:cNvPr id="161" name="Oval 160"/>
            <p:cNvSpPr/>
            <p:nvPr/>
          </p:nvSpPr>
          <p:spPr>
            <a:xfrm>
              <a:off x="7954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2" name="Rounded Rectangle 161"/>
            <p:cNvSpPr/>
            <p:nvPr/>
          </p:nvSpPr>
          <p:spPr>
            <a:xfrm>
              <a:off x="7926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7934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7999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5" name="Person32"/>
          <p:cNvGrpSpPr/>
          <p:nvPr/>
        </p:nvGrpSpPr>
        <p:grpSpPr>
          <a:xfrm>
            <a:off x="8116728" y="2209800"/>
            <a:ext cx="122872" cy="298989"/>
            <a:chOff x="8116728" y="2209800"/>
            <a:chExt cx="122872" cy="298989"/>
          </a:xfrm>
        </p:grpSpPr>
        <p:sp>
          <p:nvSpPr>
            <p:cNvPr id="166" name="Oval 165"/>
            <p:cNvSpPr/>
            <p:nvPr/>
          </p:nvSpPr>
          <p:spPr>
            <a:xfrm>
              <a:off x="8145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7" name="Rounded Rectangle 166"/>
            <p:cNvSpPr/>
            <p:nvPr/>
          </p:nvSpPr>
          <p:spPr>
            <a:xfrm>
              <a:off x="8116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8124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8190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0" name="Person33"/>
          <p:cNvGrpSpPr/>
          <p:nvPr/>
        </p:nvGrpSpPr>
        <p:grpSpPr>
          <a:xfrm>
            <a:off x="8307228" y="2209800"/>
            <a:ext cx="122872" cy="298989"/>
            <a:chOff x="8307228" y="2209800"/>
            <a:chExt cx="122872" cy="298989"/>
          </a:xfrm>
        </p:grpSpPr>
        <p:sp>
          <p:nvSpPr>
            <p:cNvPr id="171" name="Oval 170"/>
            <p:cNvSpPr/>
            <p:nvPr/>
          </p:nvSpPr>
          <p:spPr>
            <a:xfrm>
              <a:off x="83358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2" name="Rounded Rectangle 171"/>
            <p:cNvSpPr/>
            <p:nvPr/>
          </p:nvSpPr>
          <p:spPr>
            <a:xfrm>
              <a:off x="8307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8315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8380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5" name="Person34"/>
          <p:cNvGrpSpPr/>
          <p:nvPr/>
        </p:nvGrpSpPr>
        <p:grpSpPr>
          <a:xfrm>
            <a:off x="8497728" y="2209800"/>
            <a:ext cx="122872" cy="298989"/>
            <a:chOff x="8497728" y="2209800"/>
            <a:chExt cx="122872" cy="298989"/>
          </a:xfrm>
        </p:grpSpPr>
        <p:sp>
          <p:nvSpPr>
            <p:cNvPr id="176" name="Oval 175"/>
            <p:cNvSpPr/>
            <p:nvPr/>
          </p:nvSpPr>
          <p:spPr>
            <a:xfrm>
              <a:off x="8526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7" name="Rounded Rectangle 176"/>
            <p:cNvSpPr/>
            <p:nvPr/>
          </p:nvSpPr>
          <p:spPr>
            <a:xfrm>
              <a:off x="8497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8" name="Rectangle 177"/>
            <p:cNvSpPr/>
            <p:nvPr/>
          </p:nvSpPr>
          <p:spPr>
            <a:xfrm>
              <a:off x="8505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9" name="Rectangle 178"/>
            <p:cNvSpPr/>
            <p:nvPr/>
          </p:nvSpPr>
          <p:spPr>
            <a:xfrm>
              <a:off x="8571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0" name="Person35"/>
          <p:cNvGrpSpPr/>
          <p:nvPr/>
        </p:nvGrpSpPr>
        <p:grpSpPr>
          <a:xfrm>
            <a:off x="8688228" y="2209800"/>
            <a:ext cx="122872" cy="298989"/>
            <a:chOff x="8688228" y="2209800"/>
            <a:chExt cx="122872" cy="298989"/>
          </a:xfrm>
        </p:grpSpPr>
        <p:sp>
          <p:nvSpPr>
            <p:cNvPr id="181" name="Oval 180"/>
            <p:cNvSpPr/>
            <p:nvPr/>
          </p:nvSpPr>
          <p:spPr>
            <a:xfrm>
              <a:off x="8716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8688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8696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8761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5" name="Person36"/>
          <p:cNvGrpSpPr/>
          <p:nvPr/>
        </p:nvGrpSpPr>
        <p:grpSpPr>
          <a:xfrm>
            <a:off x="8878728" y="2209800"/>
            <a:ext cx="122872" cy="298989"/>
            <a:chOff x="8878728" y="2209800"/>
            <a:chExt cx="122872" cy="298989"/>
          </a:xfrm>
        </p:grpSpPr>
        <p:sp>
          <p:nvSpPr>
            <p:cNvPr id="186" name="Oval 185"/>
            <p:cNvSpPr/>
            <p:nvPr/>
          </p:nvSpPr>
          <p:spPr>
            <a:xfrm>
              <a:off x="8907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7" name="Rounded Rectangle 186"/>
            <p:cNvSpPr/>
            <p:nvPr/>
          </p:nvSpPr>
          <p:spPr>
            <a:xfrm>
              <a:off x="8878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886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8952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0" name="Person37"/>
          <p:cNvGrpSpPr/>
          <p:nvPr/>
        </p:nvGrpSpPr>
        <p:grpSpPr>
          <a:xfrm>
            <a:off x="9069228" y="2209800"/>
            <a:ext cx="122872" cy="298989"/>
            <a:chOff x="9069228" y="2209800"/>
            <a:chExt cx="122872" cy="298989"/>
          </a:xfrm>
        </p:grpSpPr>
        <p:sp>
          <p:nvSpPr>
            <p:cNvPr id="191" name="Oval 190"/>
            <p:cNvSpPr/>
            <p:nvPr/>
          </p:nvSpPr>
          <p:spPr>
            <a:xfrm>
              <a:off x="9097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2" name="Rounded Rectangle 191"/>
            <p:cNvSpPr/>
            <p:nvPr/>
          </p:nvSpPr>
          <p:spPr>
            <a:xfrm>
              <a:off x="9069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3" name="Rectangle 192"/>
            <p:cNvSpPr/>
            <p:nvPr/>
          </p:nvSpPr>
          <p:spPr>
            <a:xfrm>
              <a:off x="9077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4" name="Rectangle 193"/>
            <p:cNvSpPr/>
            <p:nvPr/>
          </p:nvSpPr>
          <p:spPr>
            <a:xfrm>
              <a:off x="9142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5" name="Person38"/>
          <p:cNvGrpSpPr/>
          <p:nvPr/>
        </p:nvGrpSpPr>
        <p:grpSpPr>
          <a:xfrm>
            <a:off x="9259728" y="2209800"/>
            <a:ext cx="122872" cy="298989"/>
            <a:chOff x="9259728" y="2209800"/>
            <a:chExt cx="122872" cy="298989"/>
          </a:xfrm>
        </p:grpSpPr>
        <p:sp>
          <p:nvSpPr>
            <p:cNvPr id="196" name="Oval 195"/>
            <p:cNvSpPr/>
            <p:nvPr/>
          </p:nvSpPr>
          <p:spPr>
            <a:xfrm>
              <a:off x="9288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7" name="Rounded Rectangle 196"/>
            <p:cNvSpPr/>
            <p:nvPr/>
          </p:nvSpPr>
          <p:spPr>
            <a:xfrm>
              <a:off x="9259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9267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9" name="Rectangle 198"/>
            <p:cNvSpPr/>
            <p:nvPr/>
          </p:nvSpPr>
          <p:spPr>
            <a:xfrm>
              <a:off x="9333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0" name="Person39"/>
          <p:cNvGrpSpPr/>
          <p:nvPr/>
        </p:nvGrpSpPr>
        <p:grpSpPr>
          <a:xfrm>
            <a:off x="9450228" y="2209800"/>
            <a:ext cx="122872" cy="298989"/>
            <a:chOff x="9450228" y="2209800"/>
            <a:chExt cx="122872" cy="298989"/>
          </a:xfrm>
        </p:grpSpPr>
        <p:sp>
          <p:nvSpPr>
            <p:cNvPr id="201" name="Oval 200"/>
            <p:cNvSpPr/>
            <p:nvPr/>
          </p:nvSpPr>
          <p:spPr>
            <a:xfrm>
              <a:off x="9478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2" name="Rounded Rectangle 201"/>
            <p:cNvSpPr/>
            <p:nvPr/>
          </p:nvSpPr>
          <p:spPr>
            <a:xfrm>
              <a:off x="9450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3" name="Rectangle 202"/>
            <p:cNvSpPr/>
            <p:nvPr/>
          </p:nvSpPr>
          <p:spPr>
            <a:xfrm>
              <a:off x="9458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4" name="Rectangle 203"/>
            <p:cNvSpPr/>
            <p:nvPr/>
          </p:nvSpPr>
          <p:spPr>
            <a:xfrm>
              <a:off x="9523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5" name="Person40"/>
          <p:cNvGrpSpPr/>
          <p:nvPr/>
        </p:nvGrpSpPr>
        <p:grpSpPr>
          <a:xfrm>
            <a:off x="9640728" y="2209800"/>
            <a:ext cx="122872" cy="298989"/>
            <a:chOff x="9640728" y="2209800"/>
            <a:chExt cx="122872" cy="298989"/>
          </a:xfrm>
        </p:grpSpPr>
        <p:sp>
          <p:nvSpPr>
            <p:cNvPr id="206" name="Oval 205"/>
            <p:cNvSpPr/>
            <p:nvPr/>
          </p:nvSpPr>
          <p:spPr>
            <a:xfrm>
              <a:off x="9669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7" name="Rounded Rectangle 206"/>
            <p:cNvSpPr/>
            <p:nvPr/>
          </p:nvSpPr>
          <p:spPr>
            <a:xfrm>
              <a:off x="9640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8" name="Rectangle 207"/>
            <p:cNvSpPr/>
            <p:nvPr/>
          </p:nvSpPr>
          <p:spPr>
            <a:xfrm>
              <a:off x="9648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9" name="Rectangle 208"/>
            <p:cNvSpPr/>
            <p:nvPr/>
          </p:nvSpPr>
          <p:spPr>
            <a:xfrm>
              <a:off x="9714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0" name="Person41"/>
          <p:cNvGrpSpPr/>
          <p:nvPr/>
        </p:nvGrpSpPr>
        <p:grpSpPr>
          <a:xfrm>
            <a:off x="9831228" y="2209800"/>
            <a:ext cx="122872" cy="298989"/>
            <a:chOff x="9831228" y="2209800"/>
            <a:chExt cx="122872" cy="298989"/>
          </a:xfrm>
        </p:grpSpPr>
        <p:sp>
          <p:nvSpPr>
            <p:cNvPr id="211" name="Oval 210"/>
            <p:cNvSpPr/>
            <p:nvPr/>
          </p:nvSpPr>
          <p:spPr>
            <a:xfrm>
              <a:off x="9859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2" name="Rounded Rectangle 211"/>
            <p:cNvSpPr/>
            <p:nvPr/>
          </p:nvSpPr>
          <p:spPr>
            <a:xfrm>
              <a:off x="9831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3" name="Rectangle 212"/>
            <p:cNvSpPr/>
            <p:nvPr/>
          </p:nvSpPr>
          <p:spPr>
            <a:xfrm>
              <a:off x="9839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4" name="Rectangle 213"/>
            <p:cNvSpPr/>
            <p:nvPr/>
          </p:nvSpPr>
          <p:spPr>
            <a:xfrm>
              <a:off x="9904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5" name="Person42"/>
          <p:cNvGrpSpPr/>
          <p:nvPr/>
        </p:nvGrpSpPr>
        <p:grpSpPr>
          <a:xfrm>
            <a:off x="10021728" y="2209800"/>
            <a:ext cx="122872" cy="298989"/>
            <a:chOff x="10021728" y="2209800"/>
            <a:chExt cx="122872" cy="298989"/>
          </a:xfrm>
        </p:grpSpPr>
        <p:sp>
          <p:nvSpPr>
            <p:cNvPr id="216" name="Oval 215"/>
            <p:cNvSpPr/>
            <p:nvPr/>
          </p:nvSpPr>
          <p:spPr>
            <a:xfrm>
              <a:off x="10050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7" name="Rounded Rectangle 216"/>
            <p:cNvSpPr/>
            <p:nvPr/>
          </p:nvSpPr>
          <p:spPr>
            <a:xfrm>
              <a:off x="10021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8" name="Rectangle 217"/>
            <p:cNvSpPr/>
            <p:nvPr/>
          </p:nvSpPr>
          <p:spPr>
            <a:xfrm>
              <a:off x="10029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9" name="Rectangle 218"/>
            <p:cNvSpPr/>
            <p:nvPr/>
          </p:nvSpPr>
          <p:spPr>
            <a:xfrm>
              <a:off x="10095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0" name="Person43"/>
          <p:cNvGrpSpPr/>
          <p:nvPr/>
        </p:nvGrpSpPr>
        <p:grpSpPr>
          <a:xfrm>
            <a:off x="10212228" y="2209800"/>
            <a:ext cx="122872" cy="298989"/>
            <a:chOff x="10212228" y="2209800"/>
            <a:chExt cx="122872" cy="298989"/>
          </a:xfrm>
        </p:grpSpPr>
        <p:sp>
          <p:nvSpPr>
            <p:cNvPr id="221" name="Oval 220"/>
            <p:cNvSpPr/>
            <p:nvPr/>
          </p:nvSpPr>
          <p:spPr>
            <a:xfrm>
              <a:off x="10240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2" name="Rounded Rectangle 221"/>
            <p:cNvSpPr/>
            <p:nvPr/>
          </p:nvSpPr>
          <p:spPr>
            <a:xfrm>
              <a:off x="10212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3" name="Rectangle 222"/>
            <p:cNvSpPr/>
            <p:nvPr/>
          </p:nvSpPr>
          <p:spPr>
            <a:xfrm>
              <a:off x="10220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4" name="Rectangle 223"/>
            <p:cNvSpPr/>
            <p:nvPr/>
          </p:nvSpPr>
          <p:spPr>
            <a:xfrm>
              <a:off x="10285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5" name="Person44"/>
          <p:cNvGrpSpPr/>
          <p:nvPr/>
        </p:nvGrpSpPr>
        <p:grpSpPr>
          <a:xfrm>
            <a:off x="10402728" y="2209800"/>
            <a:ext cx="122872" cy="298989"/>
            <a:chOff x="10402728" y="2209800"/>
            <a:chExt cx="122872" cy="298989"/>
          </a:xfrm>
        </p:grpSpPr>
        <p:sp>
          <p:nvSpPr>
            <p:cNvPr id="226" name="Oval 225"/>
            <p:cNvSpPr/>
            <p:nvPr/>
          </p:nvSpPr>
          <p:spPr>
            <a:xfrm>
              <a:off x="10431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7" name="Rounded Rectangle 226"/>
            <p:cNvSpPr/>
            <p:nvPr/>
          </p:nvSpPr>
          <p:spPr>
            <a:xfrm>
              <a:off x="10402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8" name="Rectangle 227"/>
            <p:cNvSpPr/>
            <p:nvPr/>
          </p:nvSpPr>
          <p:spPr>
            <a:xfrm>
              <a:off x="10410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9" name="Rectangle 228"/>
            <p:cNvSpPr/>
            <p:nvPr/>
          </p:nvSpPr>
          <p:spPr>
            <a:xfrm>
              <a:off x="10476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0" name="Person45"/>
          <p:cNvGrpSpPr/>
          <p:nvPr/>
        </p:nvGrpSpPr>
        <p:grpSpPr>
          <a:xfrm>
            <a:off x="10593228" y="2209800"/>
            <a:ext cx="122872" cy="298989"/>
            <a:chOff x="10593228" y="2209800"/>
            <a:chExt cx="122872" cy="298989"/>
          </a:xfrm>
        </p:grpSpPr>
        <p:sp>
          <p:nvSpPr>
            <p:cNvPr id="231" name="Oval 230"/>
            <p:cNvSpPr/>
            <p:nvPr/>
          </p:nvSpPr>
          <p:spPr>
            <a:xfrm>
              <a:off x="10621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2" name="Rounded Rectangle 231"/>
            <p:cNvSpPr/>
            <p:nvPr/>
          </p:nvSpPr>
          <p:spPr>
            <a:xfrm>
              <a:off x="10593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10601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ctangle 233"/>
            <p:cNvSpPr/>
            <p:nvPr/>
          </p:nvSpPr>
          <p:spPr>
            <a:xfrm>
              <a:off x="10666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5" name="Person46"/>
          <p:cNvGrpSpPr/>
          <p:nvPr/>
        </p:nvGrpSpPr>
        <p:grpSpPr>
          <a:xfrm>
            <a:off x="10783728" y="2209800"/>
            <a:ext cx="122872" cy="298989"/>
            <a:chOff x="10783728" y="2209800"/>
            <a:chExt cx="122872" cy="298989"/>
          </a:xfrm>
        </p:grpSpPr>
        <p:sp>
          <p:nvSpPr>
            <p:cNvPr id="236" name="Oval 235"/>
            <p:cNvSpPr/>
            <p:nvPr/>
          </p:nvSpPr>
          <p:spPr>
            <a:xfrm>
              <a:off x="10812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7" name="Rounded Rectangle 236"/>
            <p:cNvSpPr/>
            <p:nvPr/>
          </p:nvSpPr>
          <p:spPr>
            <a:xfrm>
              <a:off x="10783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8" name="Rectangle 237"/>
            <p:cNvSpPr/>
            <p:nvPr/>
          </p:nvSpPr>
          <p:spPr>
            <a:xfrm>
              <a:off x="10791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9" name="Rectangle 238"/>
            <p:cNvSpPr/>
            <p:nvPr/>
          </p:nvSpPr>
          <p:spPr>
            <a:xfrm>
              <a:off x="10857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40" name="Person47"/>
          <p:cNvGrpSpPr/>
          <p:nvPr/>
        </p:nvGrpSpPr>
        <p:grpSpPr>
          <a:xfrm>
            <a:off x="10974228" y="2209800"/>
            <a:ext cx="122872" cy="298989"/>
            <a:chOff x="10974228" y="2209800"/>
            <a:chExt cx="122872" cy="298989"/>
          </a:xfrm>
        </p:grpSpPr>
        <p:sp>
          <p:nvSpPr>
            <p:cNvPr id="241" name="Oval 240"/>
            <p:cNvSpPr/>
            <p:nvPr/>
          </p:nvSpPr>
          <p:spPr>
            <a:xfrm>
              <a:off x="11002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2" name="Rounded Rectangle 241"/>
            <p:cNvSpPr/>
            <p:nvPr/>
          </p:nvSpPr>
          <p:spPr>
            <a:xfrm>
              <a:off x="10974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3" name="Rectangle 242"/>
            <p:cNvSpPr/>
            <p:nvPr/>
          </p:nvSpPr>
          <p:spPr>
            <a:xfrm>
              <a:off x="10982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4" name="Rectangle 243"/>
            <p:cNvSpPr/>
            <p:nvPr/>
          </p:nvSpPr>
          <p:spPr>
            <a:xfrm>
              <a:off x="11047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45" name="Person48"/>
          <p:cNvGrpSpPr/>
          <p:nvPr/>
        </p:nvGrpSpPr>
        <p:grpSpPr>
          <a:xfrm>
            <a:off x="11164728" y="2209800"/>
            <a:ext cx="122872" cy="298989"/>
            <a:chOff x="11164728" y="2209800"/>
            <a:chExt cx="122872" cy="298989"/>
          </a:xfrm>
        </p:grpSpPr>
        <p:sp>
          <p:nvSpPr>
            <p:cNvPr id="246" name="Oval 245"/>
            <p:cNvSpPr/>
            <p:nvPr/>
          </p:nvSpPr>
          <p:spPr>
            <a:xfrm>
              <a:off x="11193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7" name="Rounded Rectangle 246"/>
            <p:cNvSpPr/>
            <p:nvPr/>
          </p:nvSpPr>
          <p:spPr>
            <a:xfrm>
              <a:off x="11164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8" name="Rectangle 247"/>
            <p:cNvSpPr/>
            <p:nvPr/>
          </p:nvSpPr>
          <p:spPr>
            <a:xfrm>
              <a:off x="11172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9" name="Rectangle 248"/>
            <p:cNvSpPr/>
            <p:nvPr/>
          </p:nvSpPr>
          <p:spPr>
            <a:xfrm>
              <a:off x="11238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0" name="Person49"/>
          <p:cNvGrpSpPr/>
          <p:nvPr/>
        </p:nvGrpSpPr>
        <p:grpSpPr>
          <a:xfrm>
            <a:off x="11355228" y="2209800"/>
            <a:ext cx="122872" cy="298989"/>
            <a:chOff x="11355228" y="2209800"/>
            <a:chExt cx="122872" cy="298989"/>
          </a:xfrm>
        </p:grpSpPr>
        <p:sp>
          <p:nvSpPr>
            <p:cNvPr id="251" name="Oval 250"/>
            <p:cNvSpPr/>
            <p:nvPr/>
          </p:nvSpPr>
          <p:spPr>
            <a:xfrm>
              <a:off x="11383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2" name="Rounded Rectangle 251"/>
            <p:cNvSpPr/>
            <p:nvPr/>
          </p:nvSpPr>
          <p:spPr>
            <a:xfrm>
              <a:off x="11355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3" name="Rectangle 252"/>
            <p:cNvSpPr/>
            <p:nvPr/>
          </p:nvSpPr>
          <p:spPr>
            <a:xfrm>
              <a:off x="11363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4" name="Rectangle 253"/>
            <p:cNvSpPr/>
            <p:nvPr/>
          </p:nvSpPr>
          <p:spPr>
            <a:xfrm>
              <a:off x="11428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5" name="Person50"/>
          <p:cNvGrpSpPr/>
          <p:nvPr/>
        </p:nvGrpSpPr>
        <p:grpSpPr>
          <a:xfrm>
            <a:off x="6783228" y="2609850"/>
            <a:ext cx="122872" cy="298989"/>
            <a:chOff x="6783228" y="2609850"/>
            <a:chExt cx="122872" cy="298989"/>
          </a:xfrm>
        </p:grpSpPr>
        <p:sp>
          <p:nvSpPr>
            <p:cNvPr id="256" name="Oval 255"/>
            <p:cNvSpPr/>
            <p:nvPr/>
          </p:nvSpPr>
          <p:spPr>
            <a:xfrm>
              <a:off x="6811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7" name="Rounded Rectangle 256"/>
            <p:cNvSpPr/>
            <p:nvPr/>
          </p:nvSpPr>
          <p:spPr>
            <a:xfrm>
              <a:off x="6783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6791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9" name="Rectangle 258"/>
            <p:cNvSpPr/>
            <p:nvPr/>
          </p:nvSpPr>
          <p:spPr>
            <a:xfrm>
              <a:off x="6856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0" name="Person51"/>
          <p:cNvGrpSpPr/>
          <p:nvPr/>
        </p:nvGrpSpPr>
        <p:grpSpPr>
          <a:xfrm>
            <a:off x="6973728" y="2609850"/>
            <a:ext cx="122872" cy="298989"/>
            <a:chOff x="6973728" y="2609850"/>
            <a:chExt cx="122872" cy="298989"/>
          </a:xfrm>
        </p:grpSpPr>
        <p:sp>
          <p:nvSpPr>
            <p:cNvPr id="261" name="Oval 260"/>
            <p:cNvSpPr/>
            <p:nvPr/>
          </p:nvSpPr>
          <p:spPr>
            <a:xfrm>
              <a:off x="70023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2" name="Rounded Rectangle 261"/>
            <p:cNvSpPr/>
            <p:nvPr/>
          </p:nvSpPr>
          <p:spPr>
            <a:xfrm>
              <a:off x="6973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6981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7047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5" name="Person52"/>
          <p:cNvGrpSpPr/>
          <p:nvPr/>
        </p:nvGrpSpPr>
        <p:grpSpPr>
          <a:xfrm>
            <a:off x="7164228" y="2609850"/>
            <a:ext cx="122872" cy="298989"/>
            <a:chOff x="7164228" y="2609850"/>
            <a:chExt cx="122872" cy="298989"/>
          </a:xfrm>
        </p:grpSpPr>
        <p:sp>
          <p:nvSpPr>
            <p:cNvPr id="266" name="Oval 265"/>
            <p:cNvSpPr/>
            <p:nvPr/>
          </p:nvSpPr>
          <p:spPr>
            <a:xfrm>
              <a:off x="7192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7" name="Rounded Rectangle 266"/>
            <p:cNvSpPr/>
            <p:nvPr/>
          </p:nvSpPr>
          <p:spPr>
            <a:xfrm>
              <a:off x="7164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7172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7237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70" name="Person53"/>
          <p:cNvGrpSpPr/>
          <p:nvPr/>
        </p:nvGrpSpPr>
        <p:grpSpPr>
          <a:xfrm>
            <a:off x="7354728" y="2609850"/>
            <a:ext cx="122872" cy="298989"/>
            <a:chOff x="7354728" y="2609850"/>
            <a:chExt cx="122872" cy="298989"/>
          </a:xfrm>
        </p:grpSpPr>
        <p:sp>
          <p:nvSpPr>
            <p:cNvPr id="271" name="Oval 270"/>
            <p:cNvSpPr/>
            <p:nvPr/>
          </p:nvSpPr>
          <p:spPr>
            <a:xfrm>
              <a:off x="7383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2" name="Rounded Rectangle 271"/>
            <p:cNvSpPr/>
            <p:nvPr/>
          </p:nvSpPr>
          <p:spPr>
            <a:xfrm>
              <a:off x="7354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7362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7428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75" name="Person54"/>
          <p:cNvGrpSpPr/>
          <p:nvPr/>
        </p:nvGrpSpPr>
        <p:grpSpPr>
          <a:xfrm>
            <a:off x="7545228" y="2609850"/>
            <a:ext cx="122872" cy="298989"/>
            <a:chOff x="7545228" y="2609850"/>
            <a:chExt cx="122872" cy="298989"/>
          </a:xfrm>
        </p:grpSpPr>
        <p:sp>
          <p:nvSpPr>
            <p:cNvPr id="276" name="Oval 275"/>
            <p:cNvSpPr/>
            <p:nvPr/>
          </p:nvSpPr>
          <p:spPr>
            <a:xfrm>
              <a:off x="7573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7" name="Rounded Rectangle 276"/>
            <p:cNvSpPr/>
            <p:nvPr/>
          </p:nvSpPr>
          <p:spPr>
            <a:xfrm>
              <a:off x="7545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7553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7618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0" name="Person55"/>
          <p:cNvGrpSpPr/>
          <p:nvPr/>
        </p:nvGrpSpPr>
        <p:grpSpPr>
          <a:xfrm>
            <a:off x="7735728" y="2609850"/>
            <a:ext cx="122872" cy="298989"/>
            <a:chOff x="7735728" y="2609850"/>
            <a:chExt cx="122872" cy="298989"/>
          </a:xfrm>
        </p:grpSpPr>
        <p:sp>
          <p:nvSpPr>
            <p:cNvPr id="281" name="Oval 280"/>
            <p:cNvSpPr/>
            <p:nvPr/>
          </p:nvSpPr>
          <p:spPr>
            <a:xfrm>
              <a:off x="77643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2" name="Rounded Rectangle 281"/>
            <p:cNvSpPr/>
            <p:nvPr/>
          </p:nvSpPr>
          <p:spPr>
            <a:xfrm>
              <a:off x="7735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7743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4" name="Rectangle 283"/>
            <p:cNvSpPr/>
            <p:nvPr/>
          </p:nvSpPr>
          <p:spPr>
            <a:xfrm>
              <a:off x="7809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5" name="Person56"/>
          <p:cNvGrpSpPr/>
          <p:nvPr/>
        </p:nvGrpSpPr>
        <p:grpSpPr>
          <a:xfrm>
            <a:off x="7926228" y="2609850"/>
            <a:ext cx="122872" cy="298989"/>
            <a:chOff x="7926228" y="2609850"/>
            <a:chExt cx="122872" cy="298989"/>
          </a:xfrm>
        </p:grpSpPr>
        <p:sp>
          <p:nvSpPr>
            <p:cNvPr id="286" name="Oval 285"/>
            <p:cNvSpPr/>
            <p:nvPr/>
          </p:nvSpPr>
          <p:spPr>
            <a:xfrm>
              <a:off x="7954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7" name="Rounded Rectangle 286"/>
            <p:cNvSpPr/>
            <p:nvPr/>
          </p:nvSpPr>
          <p:spPr>
            <a:xfrm>
              <a:off x="7926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8" name="Rectangle 287"/>
            <p:cNvSpPr/>
            <p:nvPr/>
          </p:nvSpPr>
          <p:spPr>
            <a:xfrm>
              <a:off x="7934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9" name="Rectangle 288"/>
            <p:cNvSpPr/>
            <p:nvPr/>
          </p:nvSpPr>
          <p:spPr>
            <a:xfrm>
              <a:off x="7999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90" name="Person57"/>
          <p:cNvGrpSpPr/>
          <p:nvPr/>
        </p:nvGrpSpPr>
        <p:grpSpPr>
          <a:xfrm>
            <a:off x="8116728" y="2609850"/>
            <a:ext cx="122872" cy="298989"/>
            <a:chOff x="8116728" y="2609850"/>
            <a:chExt cx="122872" cy="298989"/>
          </a:xfrm>
        </p:grpSpPr>
        <p:sp>
          <p:nvSpPr>
            <p:cNvPr id="291" name="Oval 290"/>
            <p:cNvSpPr/>
            <p:nvPr/>
          </p:nvSpPr>
          <p:spPr>
            <a:xfrm>
              <a:off x="8145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2" name="Rounded Rectangle 291"/>
            <p:cNvSpPr/>
            <p:nvPr/>
          </p:nvSpPr>
          <p:spPr>
            <a:xfrm>
              <a:off x="8116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3" name="Rectangle 292"/>
            <p:cNvSpPr/>
            <p:nvPr/>
          </p:nvSpPr>
          <p:spPr>
            <a:xfrm>
              <a:off x="8124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4" name="Rectangle 293"/>
            <p:cNvSpPr/>
            <p:nvPr/>
          </p:nvSpPr>
          <p:spPr>
            <a:xfrm>
              <a:off x="8190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95" name="Person58"/>
          <p:cNvGrpSpPr/>
          <p:nvPr/>
        </p:nvGrpSpPr>
        <p:grpSpPr>
          <a:xfrm>
            <a:off x="8307228" y="2609850"/>
            <a:ext cx="122872" cy="298989"/>
            <a:chOff x="8307228" y="2609850"/>
            <a:chExt cx="122872" cy="298989"/>
          </a:xfrm>
        </p:grpSpPr>
        <p:sp>
          <p:nvSpPr>
            <p:cNvPr id="296" name="Oval 295"/>
            <p:cNvSpPr/>
            <p:nvPr/>
          </p:nvSpPr>
          <p:spPr>
            <a:xfrm>
              <a:off x="83358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7" name="Rounded Rectangle 296"/>
            <p:cNvSpPr/>
            <p:nvPr/>
          </p:nvSpPr>
          <p:spPr>
            <a:xfrm>
              <a:off x="8307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8" name="Rectangle 297"/>
            <p:cNvSpPr/>
            <p:nvPr/>
          </p:nvSpPr>
          <p:spPr>
            <a:xfrm>
              <a:off x="8315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9" name="Rectangle 298"/>
            <p:cNvSpPr/>
            <p:nvPr/>
          </p:nvSpPr>
          <p:spPr>
            <a:xfrm>
              <a:off x="8380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0" name="Person59"/>
          <p:cNvGrpSpPr/>
          <p:nvPr/>
        </p:nvGrpSpPr>
        <p:grpSpPr>
          <a:xfrm>
            <a:off x="8497728" y="2609850"/>
            <a:ext cx="122872" cy="298989"/>
            <a:chOff x="8497728" y="2609850"/>
            <a:chExt cx="122872" cy="298989"/>
          </a:xfrm>
        </p:grpSpPr>
        <p:sp>
          <p:nvSpPr>
            <p:cNvPr id="301" name="Oval 300"/>
            <p:cNvSpPr/>
            <p:nvPr/>
          </p:nvSpPr>
          <p:spPr>
            <a:xfrm>
              <a:off x="8526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2" name="Rounded Rectangle 301"/>
            <p:cNvSpPr/>
            <p:nvPr/>
          </p:nvSpPr>
          <p:spPr>
            <a:xfrm>
              <a:off x="8497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3" name="Rectangle 302"/>
            <p:cNvSpPr/>
            <p:nvPr/>
          </p:nvSpPr>
          <p:spPr>
            <a:xfrm>
              <a:off x="8505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8571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5" name="Person60"/>
          <p:cNvGrpSpPr/>
          <p:nvPr/>
        </p:nvGrpSpPr>
        <p:grpSpPr>
          <a:xfrm>
            <a:off x="8688228" y="2609850"/>
            <a:ext cx="122872" cy="298989"/>
            <a:chOff x="8688228" y="2609850"/>
            <a:chExt cx="122872" cy="298989"/>
          </a:xfrm>
        </p:grpSpPr>
        <p:sp>
          <p:nvSpPr>
            <p:cNvPr id="306" name="Oval 305"/>
            <p:cNvSpPr/>
            <p:nvPr/>
          </p:nvSpPr>
          <p:spPr>
            <a:xfrm>
              <a:off x="8716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7" name="Rounded Rectangle 306"/>
            <p:cNvSpPr/>
            <p:nvPr/>
          </p:nvSpPr>
          <p:spPr>
            <a:xfrm>
              <a:off x="8688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8696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8761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0" name="Person61"/>
          <p:cNvGrpSpPr/>
          <p:nvPr/>
        </p:nvGrpSpPr>
        <p:grpSpPr>
          <a:xfrm>
            <a:off x="8878728" y="2609850"/>
            <a:ext cx="122872" cy="298989"/>
            <a:chOff x="8878728" y="2609850"/>
            <a:chExt cx="122872" cy="298989"/>
          </a:xfrm>
        </p:grpSpPr>
        <p:sp>
          <p:nvSpPr>
            <p:cNvPr id="311" name="Oval 310"/>
            <p:cNvSpPr/>
            <p:nvPr/>
          </p:nvSpPr>
          <p:spPr>
            <a:xfrm>
              <a:off x="8907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2" name="Rounded Rectangle 311"/>
            <p:cNvSpPr/>
            <p:nvPr/>
          </p:nvSpPr>
          <p:spPr>
            <a:xfrm>
              <a:off x="8878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3" name="Rectangle 312"/>
            <p:cNvSpPr/>
            <p:nvPr/>
          </p:nvSpPr>
          <p:spPr>
            <a:xfrm>
              <a:off x="8886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4" name="Rectangle 313"/>
            <p:cNvSpPr/>
            <p:nvPr/>
          </p:nvSpPr>
          <p:spPr>
            <a:xfrm>
              <a:off x="8952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5" name="Person62"/>
          <p:cNvGrpSpPr/>
          <p:nvPr/>
        </p:nvGrpSpPr>
        <p:grpSpPr>
          <a:xfrm>
            <a:off x="9069228" y="2609850"/>
            <a:ext cx="122872" cy="298989"/>
            <a:chOff x="9069228" y="2609850"/>
            <a:chExt cx="122872" cy="298989"/>
          </a:xfrm>
        </p:grpSpPr>
        <p:sp>
          <p:nvSpPr>
            <p:cNvPr id="316" name="Oval 315"/>
            <p:cNvSpPr/>
            <p:nvPr/>
          </p:nvSpPr>
          <p:spPr>
            <a:xfrm>
              <a:off x="9097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7" name="Rounded Rectangle 316"/>
            <p:cNvSpPr/>
            <p:nvPr/>
          </p:nvSpPr>
          <p:spPr>
            <a:xfrm>
              <a:off x="9069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8" name="Rectangle 317"/>
            <p:cNvSpPr/>
            <p:nvPr/>
          </p:nvSpPr>
          <p:spPr>
            <a:xfrm>
              <a:off x="9077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9" name="Rectangle 318"/>
            <p:cNvSpPr/>
            <p:nvPr/>
          </p:nvSpPr>
          <p:spPr>
            <a:xfrm>
              <a:off x="9142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20" name="Person63"/>
          <p:cNvGrpSpPr/>
          <p:nvPr/>
        </p:nvGrpSpPr>
        <p:grpSpPr>
          <a:xfrm>
            <a:off x="9259728" y="2609850"/>
            <a:ext cx="122872" cy="298989"/>
            <a:chOff x="9259728" y="2609850"/>
            <a:chExt cx="122872" cy="298989"/>
          </a:xfrm>
        </p:grpSpPr>
        <p:sp>
          <p:nvSpPr>
            <p:cNvPr id="321" name="Oval 320"/>
            <p:cNvSpPr/>
            <p:nvPr/>
          </p:nvSpPr>
          <p:spPr>
            <a:xfrm>
              <a:off x="9288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2" name="Rounded Rectangle 321"/>
            <p:cNvSpPr/>
            <p:nvPr/>
          </p:nvSpPr>
          <p:spPr>
            <a:xfrm>
              <a:off x="9259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3" name="Rectangle 322"/>
            <p:cNvSpPr/>
            <p:nvPr/>
          </p:nvSpPr>
          <p:spPr>
            <a:xfrm>
              <a:off x="9267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4" name="Rectangle 323"/>
            <p:cNvSpPr/>
            <p:nvPr/>
          </p:nvSpPr>
          <p:spPr>
            <a:xfrm>
              <a:off x="9333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25" name="Person64"/>
          <p:cNvGrpSpPr/>
          <p:nvPr/>
        </p:nvGrpSpPr>
        <p:grpSpPr>
          <a:xfrm>
            <a:off x="9450228" y="2609850"/>
            <a:ext cx="122872" cy="298989"/>
            <a:chOff x="9450228" y="2609850"/>
            <a:chExt cx="122872" cy="298989"/>
          </a:xfrm>
        </p:grpSpPr>
        <p:sp>
          <p:nvSpPr>
            <p:cNvPr id="326" name="Oval 325"/>
            <p:cNvSpPr/>
            <p:nvPr/>
          </p:nvSpPr>
          <p:spPr>
            <a:xfrm>
              <a:off x="9478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7" name="Rounded Rectangle 326"/>
            <p:cNvSpPr/>
            <p:nvPr/>
          </p:nvSpPr>
          <p:spPr>
            <a:xfrm>
              <a:off x="9450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8" name="Rectangle 327"/>
            <p:cNvSpPr/>
            <p:nvPr/>
          </p:nvSpPr>
          <p:spPr>
            <a:xfrm>
              <a:off x="9458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9" name="Rectangle 328"/>
            <p:cNvSpPr/>
            <p:nvPr/>
          </p:nvSpPr>
          <p:spPr>
            <a:xfrm>
              <a:off x="9523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30" name="Person65"/>
          <p:cNvGrpSpPr/>
          <p:nvPr/>
        </p:nvGrpSpPr>
        <p:grpSpPr>
          <a:xfrm>
            <a:off x="9640728" y="2609850"/>
            <a:ext cx="122872" cy="298989"/>
            <a:chOff x="9640728" y="2609850"/>
            <a:chExt cx="122872" cy="298989"/>
          </a:xfrm>
        </p:grpSpPr>
        <p:sp>
          <p:nvSpPr>
            <p:cNvPr id="331" name="Oval 330"/>
            <p:cNvSpPr/>
            <p:nvPr/>
          </p:nvSpPr>
          <p:spPr>
            <a:xfrm>
              <a:off x="9669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2" name="Rounded Rectangle 331"/>
            <p:cNvSpPr/>
            <p:nvPr/>
          </p:nvSpPr>
          <p:spPr>
            <a:xfrm>
              <a:off x="9640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3" name="Rectangle 332"/>
            <p:cNvSpPr/>
            <p:nvPr/>
          </p:nvSpPr>
          <p:spPr>
            <a:xfrm>
              <a:off x="9648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4" name="Rectangle 333"/>
            <p:cNvSpPr/>
            <p:nvPr/>
          </p:nvSpPr>
          <p:spPr>
            <a:xfrm>
              <a:off x="9714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35" name="Person66"/>
          <p:cNvGrpSpPr/>
          <p:nvPr/>
        </p:nvGrpSpPr>
        <p:grpSpPr>
          <a:xfrm>
            <a:off x="9831228" y="2609850"/>
            <a:ext cx="122872" cy="298989"/>
            <a:chOff x="9831228" y="2609850"/>
            <a:chExt cx="122872" cy="298989"/>
          </a:xfrm>
        </p:grpSpPr>
        <p:sp>
          <p:nvSpPr>
            <p:cNvPr id="336" name="Oval 335"/>
            <p:cNvSpPr/>
            <p:nvPr/>
          </p:nvSpPr>
          <p:spPr>
            <a:xfrm>
              <a:off x="9859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7" name="Rounded Rectangle 336"/>
            <p:cNvSpPr/>
            <p:nvPr/>
          </p:nvSpPr>
          <p:spPr>
            <a:xfrm>
              <a:off x="9831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8" name="Rectangle 337"/>
            <p:cNvSpPr/>
            <p:nvPr/>
          </p:nvSpPr>
          <p:spPr>
            <a:xfrm>
              <a:off x="9839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9" name="Rectangle 338"/>
            <p:cNvSpPr/>
            <p:nvPr/>
          </p:nvSpPr>
          <p:spPr>
            <a:xfrm>
              <a:off x="9904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40" name="Person67"/>
          <p:cNvGrpSpPr/>
          <p:nvPr/>
        </p:nvGrpSpPr>
        <p:grpSpPr>
          <a:xfrm>
            <a:off x="10021728" y="2609850"/>
            <a:ext cx="122872" cy="298989"/>
            <a:chOff x="10021728" y="2609850"/>
            <a:chExt cx="122872" cy="298989"/>
          </a:xfrm>
        </p:grpSpPr>
        <p:sp>
          <p:nvSpPr>
            <p:cNvPr id="341" name="Oval 340"/>
            <p:cNvSpPr/>
            <p:nvPr/>
          </p:nvSpPr>
          <p:spPr>
            <a:xfrm>
              <a:off x="10050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2" name="Rounded Rectangle 341"/>
            <p:cNvSpPr/>
            <p:nvPr/>
          </p:nvSpPr>
          <p:spPr>
            <a:xfrm>
              <a:off x="10021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3" name="Rectangle 342"/>
            <p:cNvSpPr/>
            <p:nvPr/>
          </p:nvSpPr>
          <p:spPr>
            <a:xfrm>
              <a:off x="10029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4" name="Rectangle 343"/>
            <p:cNvSpPr/>
            <p:nvPr/>
          </p:nvSpPr>
          <p:spPr>
            <a:xfrm>
              <a:off x="10095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45" name="Person68"/>
          <p:cNvGrpSpPr/>
          <p:nvPr/>
        </p:nvGrpSpPr>
        <p:grpSpPr>
          <a:xfrm>
            <a:off x="10212228" y="2609850"/>
            <a:ext cx="122872" cy="298989"/>
            <a:chOff x="10212228" y="2609850"/>
            <a:chExt cx="122872" cy="298989"/>
          </a:xfrm>
        </p:grpSpPr>
        <p:sp>
          <p:nvSpPr>
            <p:cNvPr id="346" name="Oval 345"/>
            <p:cNvSpPr/>
            <p:nvPr/>
          </p:nvSpPr>
          <p:spPr>
            <a:xfrm>
              <a:off x="10240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7" name="Rounded Rectangle 346"/>
            <p:cNvSpPr/>
            <p:nvPr/>
          </p:nvSpPr>
          <p:spPr>
            <a:xfrm>
              <a:off x="10212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8" name="Rectangle 347"/>
            <p:cNvSpPr/>
            <p:nvPr/>
          </p:nvSpPr>
          <p:spPr>
            <a:xfrm>
              <a:off x="10220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9" name="Rectangle 348"/>
            <p:cNvSpPr/>
            <p:nvPr/>
          </p:nvSpPr>
          <p:spPr>
            <a:xfrm>
              <a:off x="10285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0" name="Person69"/>
          <p:cNvGrpSpPr/>
          <p:nvPr/>
        </p:nvGrpSpPr>
        <p:grpSpPr>
          <a:xfrm>
            <a:off x="10402728" y="2609850"/>
            <a:ext cx="122872" cy="298989"/>
            <a:chOff x="10402728" y="2609850"/>
            <a:chExt cx="122872" cy="298989"/>
          </a:xfrm>
        </p:grpSpPr>
        <p:sp>
          <p:nvSpPr>
            <p:cNvPr id="351" name="Oval 350"/>
            <p:cNvSpPr/>
            <p:nvPr/>
          </p:nvSpPr>
          <p:spPr>
            <a:xfrm>
              <a:off x="10431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2" name="Rounded Rectangle 351"/>
            <p:cNvSpPr/>
            <p:nvPr/>
          </p:nvSpPr>
          <p:spPr>
            <a:xfrm>
              <a:off x="10402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3" name="Rectangle 352"/>
            <p:cNvSpPr/>
            <p:nvPr/>
          </p:nvSpPr>
          <p:spPr>
            <a:xfrm>
              <a:off x="10410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4" name="Rectangle 353"/>
            <p:cNvSpPr/>
            <p:nvPr/>
          </p:nvSpPr>
          <p:spPr>
            <a:xfrm>
              <a:off x="10476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5" name="Person70"/>
          <p:cNvGrpSpPr/>
          <p:nvPr/>
        </p:nvGrpSpPr>
        <p:grpSpPr>
          <a:xfrm>
            <a:off x="10593228" y="2609850"/>
            <a:ext cx="122872" cy="298989"/>
            <a:chOff x="10593228" y="2609850"/>
            <a:chExt cx="122872" cy="298989"/>
          </a:xfrm>
        </p:grpSpPr>
        <p:sp>
          <p:nvSpPr>
            <p:cNvPr id="356" name="Oval 355"/>
            <p:cNvSpPr/>
            <p:nvPr/>
          </p:nvSpPr>
          <p:spPr>
            <a:xfrm>
              <a:off x="10621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7" name="Rounded Rectangle 356"/>
            <p:cNvSpPr/>
            <p:nvPr/>
          </p:nvSpPr>
          <p:spPr>
            <a:xfrm>
              <a:off x="10593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8" name="Rectangle 357"/>
            <p:cNvSpPr/>
            <p:nvPr/>
          </p:nvSpPr>
          <p:spPr>
            <a:xfrm>
              <a:off x="10601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9" name="Rectangle 358"/>
            <p:cNvSpPr/>
            <p:nvPr/>
          </p:nvSpPr>
          <p:spPr>
            <a:xfrm>
              <a:off x="10666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0" name="Person71"/>
          <p:cNvGrpSpPr/>
          <p:nvPr/>
        </p:nvGrpSpPr>
        <p:grpSpPr>
          <a:xfrm>
            <a:off x="10783728" y="2609850"/>
            <a:ext cx="122872" cy="298989"/>
            <a:chOff x="10783728" y="2609850"/>
            <a:chExt cx="122872" cy="298989"/>
          </a:xfrm>
        </p:grpSpPr>
        <p:sp>
          <p:nvSpPr>
            <p:cNvPr id="361" name="Oval 360"/>
            <p:cNvSpPr/>
            <p:nvPr/>
          </p:nvSpPr>
          <p:spPr>
            <a:xfrm>
              <a:off x="10812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2" name="Rounded Rectangle 361"/>
            <p:cNvSpPr/>
            <p:nvPr/>
          </p:nvSpPr>
          <p:spPr>
            <a:xfrm>
              <a:off x="10783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3" name="Rectangle 362"/>
            <p:cNvSpPr/>
            <p:nvPr/>
          </p:nvSpPr>
          <p:spPr>
            <a:xfrm>
              <a:off x="10791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4" name="Rectangle 363"/>
            <p:cNvSpPr/>
            <p:nvPr/>
          </p:nvSpPr>
          <p:spPr>
            <a:xfrm>
              <a:off x="10857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5" name="Person72"/>
          <p:cNvGrpSpPr/>
          <p:nvPr/>
        </p:nvGrpSpPr>
        <p:grpSpPr>
          <a:xfrm>
            <a:off x="10974228" y="2609850"/>
            <a:ext cx="122872" cy="298989"/>
            <a:chOff x="10974228" y="2609850"/>
            <a:chExt cx="122872" cy="298989"/>
          </a:xfrm>
        </p:grpSpPr>
        <p:sp>
          <p:nvSpPr>
            <p:cNvPr id="366" name="Oval 365"/>
            <p:cNvSpPr/>
            <p:nvPr/>
          </p:nvSpPr>
          <p:spPr>
            <a:xfrm>
              <a:off x="11002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7" name="Rounded Rectangle 366"/>
            <p:cNvSpPr/>
            <p:nvPr/>
          </p:nvSpPr>
          <p:spPr>
            <a:xfrm>
              <a:off x="10974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8" name="Rectangle 367"/>
            <p:cNvSpPr/>
            <p:nvPr/>
          </p:nvSpPr>
          <p:spPr>
            <a:xfrm>
              <a:off x="10982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9" name="Rectangle 368"/>
            <p:cNvSpPr/>
            <p:nvPr/>
          </p:nvSpPr>
          <p:spPr>
            <a:xfrm>
              <a:off x="11047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70" name="Person73"/>
          <p:cNvGrpSpPr/>
          <p:nvPr/>
        </p:nvGrpSpPr>
        <p:grpSpPr>
          <a:xfrm>
            <a:off x="11164728" y="2609850"/>
            <a:ext cx="122872" cy="298989"/>
            <a:chOff x="11164728" y="2609850"/>
            <a:chExt cx="122872" cy="298989"/>
          </a:xfrm>
        </p:grpSpPr>
        <p:sp>
          <p:nvSpPr>
            <p:cNvPr id="371" name="Oval 370"/>
            <p:cNvSpPr/>
            <p:nvPr/>
          </p:nvSpPr>
          <p:spPr>
            <a:xfrm>
              <a:off x="11193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2" name="Rounded Rectangle 371"/>
            <p:cNvSpPr/>
            <p:nvPr/>
          </p:nvSpPr>
          <p:spPr>
            <a:xfrm>
              <a:off x="11164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3" name="Rectangle 372"/>
            <p:cNvSpPr/>
            <p:nvPr/>
          </p:nvSpPr>
          <p:spPr>
            <a:xfrm>
              <a:off x="11172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4" name="Rectangle 373"/>
            <p:cNvSpPr/>
            <p:nvPr/>
          </p:nvSpPr>
          <p:spPr>
            <a:xfrm>
              <a:off x="11238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75" name="Person74"/>
          <p:cNvGrpSpPr/>
          <p:nvPr/>
        </p:nvGrpSpPr>
        <p:grpSpPr>
          <a:xfrm>
            <a:off x="11355228" y="2609850"/>
            <a:ext cx="122872" cy="298989"/>
            <a:chOff x="11355228" y="2609850"/>
            <a:chExt cx="122872" cy="298989"/>
          </a:xfrm>
        </p:grpSpPr>
        <p:sp>
          <p:nvSpPr>
            <p:cNvPr id="376" name="Oval 375"/>
            <p:cNvSpPr/>
            <p:nvPr/>
          </p:nvSpPr>
          <p:spPr>
            <a:xfrm>
              <a:off x="11383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7" name="Rounded Rectangle 376"/>
            <p:cNvSpPr/>
            <p:nvPr/>
          </p:nvSpPr>
          <p:spPr>
            <a:xfrm>
              <a:off x="11355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8" name="Rectangle 377"/>
            <p:cNvSpPr/>
            <p:nvPr/>
          </p:nvSpPr>
          <p:spPr>
            <a:xfrm>
              <a:off x="11363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9" name="Rectangle 378"/>
            <p:cNvSpPr/>
            <p:nvPr/>
          </p:nvSpPr>
          <p:spPr>
            <a:xfrm>
              <a:off x="11428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0" name="Person75"/>
          <p:cNvGrpSpPr/>
          <p:nvPr/>
        </p:nvGrpSpPr>
        <p:grpSpPr>
          <a:xfrm>
            <a:off x="6783228" y="3009900"/>
            <a:ext cx="122872" cy="298989"/>
            <a:chOff x="6783228" y="3009900"/>
            <a:chExt cx="122872" cy="298989"/>
          </a:xfrm>
        </p:grpSpPr>
        <p:sp>
          <p:nvSpPr>
            <p:cNvPr id="381" name="Oval 380"/>
            <p:cNvSpPr/>
            <p:nvPr/>
          </p:nvSpPr>
          <p:spPr>
            <a:xfrm>
              <a:off x="6811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2" name="Rounded Rectangle 381"/>
            <p:cNvSpPr/>
            <p:nvPr/>
          </p:nvSpPr>
          <p:spPr>
            <a:xfrm>
              <a:off x="6783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3" name="Rectangle 382"/>
            <p:cNvSpPr/>
            <p:nvPr/>
          </p:nvSpPr>
          <p:spPr>
            <a:xfrm>
              <a:off x="6791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4" name="Rectangle 383"/>
            <p:cNvSpPr/>
            <p:nvPr/>
          </p:nvSpPr>
          <p:spPr>
            <a:xfrm>
              <a:off x="6856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5" name="Person76"/>
          <p:cNvGrpSpPr/>
          <p:nvPr/>
        </p:nvGrpSpPr>
        <p:grpSpPr>
          <a:xfrm>
            <a:off x="6973728" y="3009900"/>
            <a:ext cx="122872" cy="298989"/>
            <a:chOff x="6973728" y="3009900"/>
            <a:chExt cx="122872" cy="298989"/>
          </a:xfrm>
        </p:grpSpPr>
        <p:sp>
          <p:nvSpPr>
            <p:cNvPr id="386" name="Oval 385"/>
            <p:cNvSpPr/>
            <p:nvPr/>
          </p:nvSpPr>
          <p:spPr>
            <a:xfrm>
              <a:off x="70023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7" name="Rounded Rectangle 386"/>
            <p:cNvSpPr/>
            <p:nvPr/>
          </p:nvSpPr>
          <p:spPr>
            <a:xfrm>
              <a:off x="6973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8" name="Rectangle 387"/>
            <p:cNvSpPr/>
            <p:nvPr/>
          </p:nvSpPr>
          <p:spPr>
            <a:xfrm>
              <a:off x="6981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9" name="Rectangle 388"/>
            <p:cNvSpPr/>
            <p:nvPr/>
          </p:nvSpPr>
          <p:spPr>
            <a:xfrm>
              <a:off x="7047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0" name="Person77"/>
          <p:cNvGrpSpPr/>
          <p:nvPr/>
        </p:nvGrpSpPr>
        <p:grpSpPr>
          <a:xfrm>
            <a:off x="7164228" y="3009900"/>
            <a:ext cx="122872" cy="298989"/>
            <a:chOff x="7164228" y="3009900"/>
            <a:chExt cx="122872" cy="298989"/>
          </a:xfrm>
        </p:grpSpPr>
        <p:sp>
          <p:nvSpPr>
            <p:cNvPr id="391" name="Oval 390"/>
            <p:cNvSpPr/>
            <p:nvPr/>
          </p:nvSpPr>
          <p:spPr>
            <a:xfrm>
              <a:off x="7192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2" name="Rounded Rectangle 391"/>
            <p:cNvSpPr/>
            <p:nvPr/>
          </p:nvSpPr>
          <p:spPr>
            <a:xfrm>
              <a:off x="7164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3" name="Rectangle 392"/>
            <p:cNvSpPr/>
            <p:nvPr/>
          </p:nvSpPr>
          <p:spPr>
            <a:xfrm>
              <a:off x="7172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4" name="Rectangle 393"/>
            <p:cNvSpPr/>
            <p:nvPr/>
          </p:nvSpPr>
          <p:spPr>
            <a:xfrm>
              <a:off x="7237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5" name="Person78"/>
          <p:cNvGrpSpPr/>
          <p:nvPr/>
        </p:nvGrpSpPr>
        <p:grpSpPr>
          <a:xfrm>
            <a:off x="7354728" y="3009900"/>
            <a:ext cx="122872" cy="298989"/>
            <a:chOff x="7354728" y="3009900"/>
            <a:chExt cx="122872" cy="298989"/>
          </a:xfrm>
        </p:grpSpPr>
        <p:sp>
          <p:nvSpPr>
            <p:cNvPr id="396" name="Oval 395"/>
            <p:cNvSpPr/>
            <p:nvPr/>
          </p:nvSpPr>
          <p:spPr>
            <a:xfrm>
              <a:off x="7383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7" name="Rounded Rectangle 396"/>
            <p:cNvSpPr/>
            <p:nvPr/>
          </p:nvSpPr>
          <p:spPr>
            <a:xfrm>
              <a:off x="7354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8" name="Rectangle 397"/>
            <p:cNvSpPr/>
            <p:nvPr/>
          </p:nvSpPr>
          <p:spPr>
            <a:xfrm>
              <a:off x="7362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9" name="Rectangle 398"/>
            <p:cNvSpPr/>
            <p:nvPr/>
          </p:nvSpPr>
          <p:spPr>
            <a:xfrm>
              <a:off x="7428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0" name="Person79"/>
          <p:cNvGrpSpPr/>
          <p:nvPr/>
        </p:nvGrpSpPr>
        <p:grpSpPr>
          <a:xfrm>
            <a:off x="7545228" y="3009900"/>
            <a:ext cx="122872" cy="298989"/>
            <a:chOff x="7545228" y="3009900"/>
            <a:chExt cx="122872" cy="298989"/>
          </a:xfrm>
        </p:grpSpPr>
        <p:sp>
          <p:nvSpPr>
            <p:cNvPr id="401" name="Oval 400"/>
            <p:cNvSpPr/>
            <p:nvPr/>
          </p:nvSpPr>
          <p:spPr>
            <a:xfrm>
              <a:off x="7573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2" name="Rounded Rectangle 401"/>
            <p:cNvSpPr/>
            <p:nvPr/>
          </p:nvSpPr>
          <p:spPr>
            <a:xfrm>
              <a:off x="7545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3" name="Rectangle 402"/>
            <p:cNvSpPr/>
            <p:nvPr/>
          </p:nvSpPr>
          <p:spPr>
            <a:xfrm>
              <a:off x="7553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4" name="Rectangle 403"/>
            <p:cNvSpPr/>
            <p:nvPr/>
          </p:nvSpPr>
          <p:spPr>
            <a:xfrm>
              <a:off x="7618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5" name="Person80"/>
          <p:cNvGrpSpPr/>
          <p:nvPr/>
        </p:nvGrpSpPr>
        <p:grpSpPr>
          <a:xfrm>
            <a:off x="7735728" y="3009900"/>
            <a:ext cx="122872" cy="298989"/>
            <a:chOff x="7735728" y="3009900"/>
            <a:chExt cx="122872" cy="298989"/>
          </a:xfrm>
        </p:grpSpPr>
        <p:sp>
          <p:nvSpPr>
            <p:cNvPr id="406" name="Oval 405"/>
            <p:cNvSpPr/>
            <p:nvPr/>
          </p:nvSpPr>
          <p:spPr>
            <a:xfrm>
              <a:off x="77643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7" name="Rounded Rectangle 406"/>
            <p:cNvSpPr/>
            <p:nvPr/>
          </p:nvSpPr>
          <p:spPr>
            <a:xfrm>
              <a:off x="7735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8" name="Rectangle 407"/>
            <p:cNvSpPr/>
            <p:nvPr/>
          </p:nvSpPr>
          <p:spPr>
            <a:xfrm>
              <a:off x="7743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9" name="Rectangle 408"/>
            <p:cNvSpPr/>
            <p:nvPr/>
          </p:nvSpPr>
          <p:spPr>
            <a:xfrm>
              <a:off x="7809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0" name="Person81"/>
          <p:cNvGrpSpPr/>
          <p:nvPr/>
        </p:nvGrpSpPr>
        <p:grpSpPr>
          <a:xfrm>
            <a:off x="7926228" y="3009900"/>
            <a:ext cx="122872" cy="298989"/>
            <a:chOff x="7926228" y="3009900"/>
            <a:chExt cx="122872" cy="298989"/>
          </a:xfrm>
        </p:grpSpPr>
        <p:sp>
          <p:nvSpPr>
            <p:cNvPr id="411" name="Oval 410"/>
            <p:cNvSpPr/>
            <p:nvPr/>
          </p:nvSpPr>
          <p:spPr>
            <a:xfrm>
              <a:off x="7954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2" name="Rounded Rectangle 411"/>
            <p:cNvSpPr/>
            <p:nvPr/>
          </p:nvSpPr>
          <p:spPr>
            <a:xfrm>
              <a:off x="7926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3" name="Rectangle 412"/>
            <p:cNvSpPr/>
            <p:nvPr/>
          </p:nvSpPr>
          <p:spPr>
            <a:xfrm>
              <a:off x="7934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4" name="Rectangle 413"/>
            <p:cNvSpPr/>
            <p:nvPr/>
          </p:nvSpPr>
          <p:spPr>
            <a:xfrm>
              <a:off x="7999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5" name="Person82"/>
          <p:cNvGrpSpPr/>
          <p:nvPr/>
        </p:nvGrpSpPr>
        <p:grpSpPr>
          <a:xfrm>
            <a:off x="8116728" y="3009900"/>
            <a:ext cx="122872" cy="298989"/>
            <a:chOff x="8116728" y="3009900"/>
            <a:chExt cx="122872" cy="298989"/>
          </a:xfrm>
        </p:grpSpPr>
        <p:sp>
          <p:nvSpPr>
            <p:cNvPr id="416" name="Oval 415"/>
            <p:cNvSpPr/>
            <p:nvPr/>
          </p:nvSpPr>
          <p:spPr>
            <a:xfrm>
              <a:off x="8145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7" name="Rounded Rectangle 416"/>
            <p:cNvSpPr/>
            <p:nvPr/>
          </p:nvSpPr>
          <p:spPr>
            <a:xfrm>
              <a:off x="8116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8" name="Rectangle 417"/>
            <p:cNvSpPr/>
            <p:nvPr/>
          </p:nvSpPr>
          <p:spPr>
            <a:xfrm>
              <a:off x="8124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9" name="Rectangle 418"/>
            <p:cNvSpPr/>
            <p:nvPr/>
          </p:nvSpPr>
          <p:spPr>
            <a:xfrm>
              <a:off x="8190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20" name="Person83"/>
          <p:cNvGrpSpPr/>
          <p:nvPr/>
        </p:nvGrpSpPr>
        <p:grpSpPr>
          <a:xfrm>
            <a:off x="8307228" y="3009900"/>
            <a:ext cx="122872" cy="298989"/>
            <a:chOff x="8307228" y="3009900"/>
            <a:chExt cx="122872" cy="298989"/>
          </a:xfrm>
        </p:grpSpPr>
        <p:sp>
          <p:nvSpPr>
            <p:cNvPr id="421" name="Oval 420"/>
            <p:cNvSpPr/>
            <p:nvPr/>
          </p:nvSpPr>
          <p:spPr>
            <a:xfrm>
              <a:off x="83358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2" name="Rounded Rectangle 421"/>
            <p:cNvSpPr/>
            <p:nvPr/>
          </p:nvSpPr>
          <p:spPr>
            <a:xfrm>
              <a:off x="8307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3" name="Rectangle 422"/>
            <p:cNvSpPr/>
            <p:nvPr/>
          </p:nvSpPr>
          <p:spPr>
            <a:xfrm>
              <a:off x="8315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4" name="Rectangle 423"/>
            <p:cNvSpPr/>
            <p:nvPr/>
          </p:nvSpPr>
          <p:spPr>
            <a:xfrm>
              <a:off x="8380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25" name="Person84"/>
          <p:cNvGrpSpPr/>
          <p:nvPr/>
        </p:nvGrpSpPr>
        <p:grpSpPr>
          <a:xfrm>
            <a:off x="8497728" y="3009900"/>
            <a:ext cx="122872" cy="298989"/>
            <a:chOff x="8497728" y="3009900"/>
            <a:chExt cx="122872" cy="298989"/>
          </a:xfrm>
        </p:grpSpPr>
        <p:sp>
          <p:nvSpPr>
            <p:cNvPr id="426" name="Oval 425"/>
            <p:cNvSpPr/>
            <p:nvPr/>
          </p:nvSpPr>
          <p:spPr>
            <a:xfrm>
              <a:off x="8526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7" name="Rounded Rectangle 426"/>
            <p:cNvSpPr/>
            <p:nvPr/>
          </p:nvSpPr>
          <p:spPr>
            <a:xfrm>
              <a:off x="8497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8" name="Rectangle 427"/>
            <p:cNvSpPr/>
            <p:nvPr/>
          </p:nvSpPr>
          <p:spPr>
            <a:xfrm>
              <a:off x="8505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9" name="Rectangle 428"/>
            <p:cNvSpPr/>
            <p:nvPr/>
          </p:nvSpPr>
          <p:spPr>
            <a:xfrm>
              <a:off x="8571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0" name="Person85"/>
          <p:cNvGrpSpPr/>
          <p:nvPr/>
        </p:nvGrpSpPr>
        <p:grpSpPr>
          <a:xfrm>
            <a:off x="8688228" y="3009900"/>
            <a:ext cx="122872" cy="298989"/>
            <a:chOff x="8688228" y="3009900"/>
            <a:chExt cx="122872" cy="298989"/>
          </a:xfrm>
        </p:grpSpPr>
        <p:sp>
          <p:nvSpPr>
            <p:cNvPr id="431" name="Oval 430"/>
            <p:cNvSpPr/>
            <p:nvPr/>
          </p:nvSpPr>
          <p:spPr>
            <a:xfrm>
              <a:off x="8716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2" name="Rounded Rectangle 431"/>
            <p:cNvSpPr/>
            <p:nvPr/>
          </p:nvSpPr>
          <p:spPr>
            <a:xfrm>
              <a:off x="8688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3" name="Rectangle 432"/>
            <p:cNvSpPr/>
            <p:nvPr/>
          </p:nvSpPr>
          <p:spPr>
            <a:xfrm>
              <a:off x="8696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4" name="Rectangle 433"/>
            <p:cNvSpPr/>
            <p:nvPr/>
          </p:nvSpPr>
          <p:spPr>
            <a:xfrm>
              <a:off x="8761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5" name="Person86"/>
          <p:cNvGrpSpPr/>
          <p:nvPr/>
        </p:nvGrpSpPr>
        <p:grpSpPr>
          <a:xfrm>
            <a:off x="8878728" y="3009900"/>
            <a:ext cx="122872" cy="298989"/>
            <a:chOff x="8878728" y="3009900"/>
            <a:chExt cx="122872" cy="298989"/>
          </a:xfrm>
        </p:grpSpPr>
        <p:sp>
          <p:nvSpPr>
            <p:cNvPr id="436" name="Oval 435"/>
            <p:cNvSpPr/>
            <p:nvPr/>
          </p:nvSpPr>
          <p:spPr>
            <a:xfrm>
              <a:off x="8907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7" name="Rounded Rectangle 436"/>
            <p:cNvSpPr/>
            <p:nvPr/>
          </p:nvSpPr>
          <p:spPr>
            <a:xfrm>
              <a:off x="8878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8" name="Rectangle 437"/>
            <p:cNvSpPr/>
            <p:nvPr/>
          </p:nvSpPr>
          <p:spPr>
            <a:xfrm>
              <a:off x="8886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9" name="Rectangle 438"/>
            <p:cNvSpPr/>
            <p:nvPr/>
          </p:nvSpPr>
          <p:spPr>
            <a:xfrm>
              <a:off x="8952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40" name="Person87"/>
          <p:cNvGrpSpPr/>
          <p:nvPr/>
        </p:nvGrpSpPr>
        <p:grpSpPr>
          <a:xfrm>
            <a:off x="9069228" y="3009900"/>
            <a:ext cx="122872" cy="298989"/>
            <a:chOff x="9069228" y="3009900"/>
            <a:chExt cx="122872" cy="298989"/>
          </a:xfrm>
        </p:grpSpPr>
        <p:sp>
          <p:nvSpPr>
            <p:cNvPr id="441" name="Oval 440"/>
            <p:cNvSpPr/>
            <p:nvPr/>
          </p:nvSpPr>
          <p:spPr>
            <a:xfrm>
              <a:off x="9097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2" name="Rounded Rectangle 441"/>
            <p:cNvSpPr/>
            <p:nvPr/>
          </p:nvSpPr>
          <p:spPr>
            <a:xfrm>
              <a:off x="9069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3" name="Rectangle 442"/>
            <p:cNvSpPr/>
            <p:nvPr/>
          </p:nvSpPr>
          <p:spPr>
            <a:xfrm>
              <a:off x="9077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4" name="Rectangle 443"/>
            <p:cNvSpPr/>
            <p:nvPr/>
          </p:nvSpPr>
          <p:spPr>
            <a:xfrm>
              <a:off x="9142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45" name="Person88"/>
          <p:cNvGrpSpPr/>
          <p:nvPr/>
        </p:nvGrpSpPr>
        <p:grpSpPr>
          <a:xfrm>
            <a:off x="9259728" y="3009900"/>
            <a:ext cx="122872" cy="298989"/>
            <a:chOff x="9259728" y="3009900"/>
            <a:chExt cx="122872" cy="298989"/>
          </a:xfrm>
        </p:grpSpPr>
        <p:sp>
          <p:nvSpPr>
            <p:cNvPr id="446" name="Oval 445"/>
            <p:cNvSpPr/>
            <p:nvPr/>
          </p:nvSpPr>
          <p:spPr>
            <a:xfrm>
              <a:off x="9288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7" name="Rounded Rectangle 446"/>
            <p:cNvSpPr/>
            <p:nvPr/>
          </p:nvSpPr>
          <p:spPr>
            <a:xfrm>
              <a:off x="9259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8" name="Rectangle 447"/>
            <p:cNvSpPr/>
            <p:nvPr/>
          </p:nvSpPr>
          <p:spPr>
            <a:xfrm>
              <a:off x="9267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9" name="Rectangle 448"/>
            <p:cNvSpPr/>
            <p:nvPr/>
          </p:nvSpPr>
          <p:spPr>
            <a:xfrm>
              <a:off x="9333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0" name="Person89"/>
          <p:cNvGrpSpPr/>
          <p:nvPr/>
        </p:nvGrpSpPr>
        <p:grpSpPr>
          <a:xfrm>
            <a:off x="9450228" y="3009900"/>
            <a:ext cx="122872" cy="298989"/>
            <a:chOff x="9450228" y="3009900"/>
            <a:chExt cx="122872" cy="298989"/>
          </a:xfrm>
        </p:grpSpPr>
        <p:sp>
          <p:nvSpPr>
            <p:cNvPr id="451" name="Oval 450"/>
            <p:cNvSpPr/>
            <p:nvPr/>
          </p:nvSpPr>
          <p:spPr>
            <a:xfrm>
              <a:off x="9478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2" name="Rounded Rectangle 451"/>
            <p:cNvSpPr/>
            <p:nvPr/>
          </p:nvSpPr>
          <p:spPr>
            <a:xfrm>
              <a:off x="9450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3" name="Rectangle 452"/>
            <p:cNvSpPr/>
            <p:nvPr/>
          </p:nvSpPr>
          <p:spPr>
            <a:xfrm>
              <a:off x="9458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4" name="Rectangle 453"/>
            <p:cNvSpPr/>
            <p:nvPr/>
          </p:nvSpPr>
          <p:spPr>
            <a:xfrm>
              <a:off x="9523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5" name="Person90"/>
          <p:cNvGrpSpPr/>
          <p:nvPr/>
        </p:nvGrpSpPr>
        <p:grpSpPr>
          <a:xfrm>
            <a:off x="9640728" y="3009900"/>
            <a:ext cx="122872" cy="298989"/>
            <a:chOff x="9640728" y="3009900"/>
            <a:chExt cx="122872" cy="298989"/>
          </a:xfrm>
        </p:grpSpPr>
        <p:sp>
          <p:nvSpPr>
            <p:cNvPr id="456" name="Oval 455"/>
            <p:cNvSpPr/>
            <p:nvPr/>
          </p:nvSpPr>
          <p:spPr>
            <a:xfrm>
              <a:off x="9669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7" name="Rounded Rectangle 456"/>
            <p:cNvSpPr/>
            <p:nvPr/>
          </p:nvSpPr>
          <p:spPr>
            <a:xfrm>
              <a:off x="9640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8" name="Rectangle 457"/>
            <p:cNvSpPr/>
            <p:nvPr/>
          </p:nvSpPr>
          <p:spPr>
            <a:xfrm>
              <a:off x="9648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9" name="Rectangle 458"/>
            <p:cNvSpPr/>
            <p:nvPr/>
          </p:nvSpPr>
          <p:spPr>
            <a:xfrm>
              <a:off x="9714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0" name="Person91"/>
          <p:cNvGrpSpPr/>
          <p:nvPr/>
        </p:nvGrpSpPr>
        <p:grpSpPr>
          <a:xfrm>
            <a:off x="9831228" y="3009900"/>
            <a:ext cx="122872" cy="298989"/>
            <a:chOff x="9831228" y="3009900"/>
            <a:chExt cx="122872" cy="298989"/>
          </a:xfrm>
        </p:grpSpPr>
        <p:sp>
          <p:nvSpPr>
            <p:cNvPr id="461" name="Oval 460"/>
            <p:cNvSpPr/>
            <p:nvPr/>
          </p:nvSpPr>
          <p:spPr>
            <a:xfrm>
              <a:off x="9859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2" name="Rounded Rectangle 461"/>
            <p:cNvSpPr/>
            <p:nvPr/>
          </p:nvSpPr>
          <p:spPr>
            <a:xfrm>
              <a:off x="9831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3" name="Rectangle 462"/>
            <p:cNvSpPr/>
            <p:nvPr/>
          </p:nvSpPr>
          <p:spPr>
            <a:xfrm>
              <a:off x="9839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4" name="Rectangle 463"/>
            <p:cNvSpPr/>
            <p:nvPr/>
          </p:nvSpPr>
          <p:spPr>
            <a:xfrm>
              <a:off x="9904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5" name="Person92"/>
          <p:cNvGrpSpPr/>
          <p:nvPr/>
        </p:nvGrpSpPr>
        <p:grpSpPr>
          <a:xfrm>
            <a:off x="10021728" y="3009900"/>
            <a:ext cx="122872" cy="298989"/>
            <a:chOff x="10021728" y="3009900"/>
            <a:chExt cx="122872" cy="298989"/>
          </a:xfrm>
        </p:grpSpPr>
        <p:sp>
          <p:nvSpPr>
            <p:cNvPr id="466" name="Oval 465"/>
            <p:cNvSpPr/>
            <p:nvPr/>
          </p:nvSpPr>
          <p:spPr>
            <a:xfrm>
              <a:off x="10050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7" name="Rounded Rectangle 466"/>
            <p:cNvSpPr/>
            <p:nvPr/>
          </p:nvSpPr>
          <p:spPr>
            <a:xfrm>
              <a:off x="10021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8" name="Rectangle 467"/>
            <p:cNvSpPr/>
            <p:nvPr/>
          </p:nvSpPr>
          <p:spPr>
            <a:xfrm>
              <a:off x="10029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9" name="Rectangle 468"/>
            <p:cNvSpPr/>
            <p:nvPr/>
          </p:nvSpPr>
          <p:spPr>
            <a:xfrm>
              <a:off x="10095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70" name="Person93"/>
          <p:cNvGrpSpPr/>
          <p:nvPr/>
        </p:nvGrpSpPr>
        <p:grpSpPr>
          <a:xfrm>
            <a:off x="10212228" y="3009900"/>
            <a:ext cx="122872" cy="298989"/>
            <a:chOff x="10212228" y="3009900"/>
            <a:chExt cx="122872" cy="298989"/>
          </a:xfrm>
        </p:grpSpPr>
        <p:sp>
          <p:nvSpPr>
            <p:cNvPr id="471" name="Oval 470"/>
            <p:cNvSpPr/>
            <p:nvPr/>
          </p:nvSpPr>
          <p:spPr>
            <a:xfrm>
              <a:off x="10240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2" name="Rounded Rectangle 471"/>
            <p:cNvSpPr/>
            <p:nvPr/>
          </p:nvSpPr>
          <p:spPr>
            <a:xfrm>
              <a:off x="10212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3" name="Rectangle 472"/>
            <p:cNvSpPr/>
            <p:nvPr/>
          </p:nvSpPr>
          <p:spPr>
            <a:xfrm>
              <a:off x="10220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4" name="Rectangle 473"/>
            <p:cNvSpPr/>
            <p:nvPr/>
          </p:nvSpPr>
          <p:spPr>
            <a:xfrm>
              <a:off x="10285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75" name="Person94"/>
          <p:cNvGrpSpPr/>
          <p:nvPr/>
        </p:nvGrpSpPr>
        <p:grpSpPr>
          <a:xfrm>
            <a:off x="10402728" y="3009900"/>
            <a:ext cx="122872" cy="298989"/>
            <a:chOff x="10402728" y="3009900"/>
            <a:chExt cx="122872" cy="298989"/>
          </a:xfrm>
        </p:grpSpPr>
        <p:sp>
          <p:nvSpPr>
            <p:cNvPr id="476" name="Oval 475"/>
            <p:cNvSpPr/>
            <p:nvPr/>
          </p:nvSpPr>
          <p:spPr>
            <a:xfrm>
              <a:off x="10431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7" name="Rounded Rectangle 476"/>
            <p:cNvSpPr/>
            <p:nvPr/>
          </p:nvSpPr>
          <p:spPr>
            <a:xfrm>
              <a:off x="10402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8" name="Rectangle 477"/>
            <p:cNvSpPr/>
            <p:nvPr/>
          </p:nvSpPr>
          <p:spPr>
            <a:xfrm>
              <a:off x="10410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9" name="Rectangle 478"/>
            <p:cNvSpPr/>
            <p:nvPr/>
          </p:nvSpPr>
          <p:spPr>
            <a:xfrm>
              <a:off x="10476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80" name="Person95"/>
          <p:cNvGrpSpPr/>
          <p:nvPr/>
        </p:nvGrpSpPr>
        <p:grpSpPr>
          <a:xfrm>
            <a:off x="10593228" y="3009900"/>
            <a:ext cx="122872" cy="298989"/>
            <a:chOff x="10593228" y="3009900"/>
            <a:chExt cx="122872" cy="298989"/>
          </a:xfrm>
        </p:grpSpPr>
        <p:sp>
          <p:nvSpPr>
            <p:cNvPr id="481" name="Oval 480"/>
            <p:cNvSpPr/>
            <p:nvPr/>
          </p:nvSpPr>
          <p:spPr>
            <a:xfrm>
              <a:off x="10621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2" name="Rounded Rectangle 481"/>
            <p:cNvSpPr/>
            <p:nvPr/>
          </p:nvSpPr>
          <p:spPr>
            <a:xfrm>
              <a:off x="10593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3" name="Rectangle 482"/>
            <p:cNvSpPr/>
            <p:nvPr/>
          </p:nvSpPr>
          <p:spPr>
            <a:xfrm>
              <a:off x="10601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4" name="Rectangle 483"/>
            <p:cNvSpPr/>
            <p:nvPr/>
          </p:nvSpPr>
          <p:spPr>
            <a:xfrm>
              <a:off x="10666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85" name="Person96"/>
          <p:cNvGrpSpPr/>
          <p:nvPr/>
        </p:nvGrpSpPr>
        <p:grpSpPr>
          <a:xfrm>
            <a:off x="10783728" y="3009900"/>
            <a:ext cx="122872" cy="298989"/>
            <a:chOff x="10783728" y="3009900"/>
            <a:chExt cx="122872" cy="298989"/>
          </a:xfrm>
        </p:grpSpPr>
        <p:sp>
          <p:nvSpPr>
            <p:cNvPr id="486" name="Oval 485"/>
            <p:cNvSpPr/>
            <p:nvPr/>
          </p:nvSpPr>
          <p:spPr>
            <a:xfrm>
              <a:off x="10812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7" name="Rounded Rectangle 486"/>
            <p:cNvSpPr/>
            <p:nvPr/>
          </p:nvSpPr>
          <p:spPr>
            <a:xfrm>
              <a:off x="10783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8" name="Rectangle 487"/>
            <p:cNvSpPr/>
            <p:nvPr/>
          </p:nvSpPr>
          <p:spPr>
            <a:xfrm>
              <a:off x="10791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9" name="Rectangle 488"/>
            <p:cNvSpPr/>
            <p:nvPr/>
          </p:nvSpPr>
          <p:spPr>
            <a:xfrm>
              <a:off x="10857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90" name="Person97"/>
          <p:cNvGrpSpPr/>
          <p:nvPr/>
        </p:nvGrpSpPr>
        <p:grpSpPr>
          <a:xfrm>
            <a:off x="10974228" y="3009900"/>
            <a:ext cx="122872" cy="298989"/>
            <a:chOff x="10974228" y="3009900"/>
            <a:chExt cx="122872" cy="298989"/>
          </a:xfrm>
        </p:grpSpPr>
        <p:sp>
          <p:nvSpPr>
            <p:cNvPr id="491" name="Oval 490"/>
            <p:cNvSpPr/>
            <p:nvPr/>
          </p:nvSpPr>
          <p:spPr>
            <a:xfrm>
              <a:off x="11002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2" name="Rounded Rectangle 491"/>
            <p:cNvSpPr/>
            <p:nvPr/>
          </p:nvSpPr>
          <p:spPr>
            <a:xfrm>
              <a:off x="10974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3" name="Rectangle 492"/>
            <p:cNvSpPr/>
            <p:nvPr/>
          </p:nvSpPr>
          <p:spPr>
            <a:xfrm>
              <a:off x="10982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4" name="Rectangle 493"/>
            <p:cNvSpPr/>
            <p:nvPr/>
          </p:nvSpPr>
          <p:spPr>
            <a:xfrm>
              <a:off x="11047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95" name="Person98"/>
          <p:cNvGrpSpPr/>
          <p:nvPr/>
        </p:nvGrpSpPr>
        <p:grpSpPr>
          <a:xfrm>
            <a:off x="11164728" y="3009900"/>
            <a:ext cx="122872" cy="298989"/>
            <a:chOff x="11164728" y="3009900"/>
            <a:chExt cx="122872" cy="298989"/>
          </a:xfrm>
        </p:grpSpPr>
        <p:sp>
          <p:nvSpPr>
            <p:cNvPr id="496" name="Oval 495"/>
            <p:cNvSpPr/>
            <p:nvPr/>
          </p:nvSpPr>
          <p:spPr>
            <a:xfrm>
              <a:off x="11193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7" name="Rounded Rectangle 496"/>
            <p:cNvSpPr/>
            <p:nvPr/>
          </p:nvSpPr>
          <p:spPr>
            <a:xfrm>
              <a:off x="11164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8" name="Rectangle 497"/>
            <p:cNvSpPr/>
            <p:nvPr/>
          </p:nvSpPr>
          <p:spPr>
            <a:xfrm>
              <a:off x="11172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9" name="Rectangle 498"/>
            <p:cNvSpPr/>
            <p:nvPr/>
          </p:nvSpPr>
          <p:spPr>
            <a:xfrm>
              <a:off x="11238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0" name="Person99"/>
          <p:cNvGrpSpPr/>
          <p:nvPr/>
        </p:nvGrpSpPr>
        <p:grpSpPr>
          <a:xfrm>
            <a:off x="11355228" y="3009900"/>
            <a:ext cx="122872" cy="298989"/>
            <a:chOff x="11355228" y="3009900"/>
            <a:chExt cx="122872" cy="298989"/>
          </a:xfrm>
        </p:grpSpPr>
        <p:sp>
          <p:nvSpPr>
            <p:cNvPr id="501" name="Oval 500"/>
            <p:cNvSpPr/>
            <p:nvPr/>
          </p:nvSpPr>
          <p:spPr>
            <a:xfrm>
              <a:off x="11383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2" name="Rounded Rectangle 501"/>
            <p:cNvSpPr/>
            <p:nvPr/>
          </p:nvSpPr>
          <p:spPr>
            <a:xfrm>
              <a:off x="11355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3" name="Rectangle 502"/>
            <p:cNvSpPr/>
            <p:nvPr/>
          </p:nvSpPr>
          <p:spPr>
            <a:xfrm>
              <a:off x="11363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4" name="Rectangle 503"/>
            <p:cNvSpPr/>
            <p:nvPr/>
          </p:nvSpPr>
          <p:spPr>
            <a:xfrm>
              <a:off x="11428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5" name="Person100"/>
          <p:cNvGrpSpPr/>
          <p:nvPr/>
        </p:nvGrpSpPr>
        <p:grpSpPr>
          <a:xfrm>
            <a:off x="6783228" y="3409950"/>
            <a:ext cx="122872" cy="298989"/>
            <a:chOff x="6783228" y="3409950"/>
            <a:chExt cx="122872" cy="298989"/>
          </a:xfrm>
        </p:grpSpPr>
        <p:sp>
          <p:nvSpPr>
            <p:cNvPr id="506" name="Oval 505"/>
            <p:cNvSpPr/>
            <p:nvPr/>
          </p:nvSpPr>
          <p:spPr>
            <a:xfrm>
              <a:off x="6811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7" name="Rounded Rectangle 506"/>
            <p:cNvSpPr/>
            <p:nvPr/>
          </p:nvSpPr>
          <p:spPr>
            <a:xfrm>
              <a:off x="6783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8" name="Rectangle 507"/>
            <p:cNvSpPr/>
            <p:nvPr/>
          </p:nvSpPr>
          <p:spPr>
            <a:xfrm>
              <a:off x="6791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9" name="Rectangle 508"/>
            <p:cNvSpPr/>
            <p:nvPr/>
          </p:nvSpPr>
          <p:spPr>
            <a:xfrm>
              <a:off x="6856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10" name="Person101"/>
          <p:cNvGrpSpPr/>
          <p:nvPr/>
        </p:nvGrpSpPr>
        <p:grpSpPr>
          <a:xfrm>
            <a:off x="6973728" y="3409950"/>
            <a:ext cx="122872" cy="298989"/>
            <a:chOff x="6973728" y="3409950"/>
            <a:chExt cx="122872" cy="298989"/>
          </a:xfrm>
        </p:grpSpPr>
        <p:sp>
          <p:nvSpPr>
            <p:cNvPr id="511" name="Oval 510"/>
            <p:cNvSpPr/>
            <p:nvPr/>
          </p:nvSpPr>
          <p:spPr>
            <a:xfrm>
              <a:off x="70023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2" name="Rounded Rectangle 511"/>
            <p:cNvSpPr/>
            <p:nvPr/>
          </p:nvSpPr>
          <p:spPr>
            <a:xfrm>
              <a:off x="6973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3" name="Rectangle 512"/>
            <p:cNvSpPr/>
            <p:nvPr/>
          </p:nvSpPr>
          <p:spPr>
            <a:xfrm>
              <a:off x="6981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4" name="Rectangle 513"/>
            <p:cNvSpPr/>
            <p:nvPr/>
          </p:nvSpPr>
          <p:spPr>
            <a:xfrm>
              <a:off x="7047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15" name="Person102"/>
          <p:cNvGrpSpPr/>
          <p:nvPr/>
        </p:nvGrpSpPr>
        <p:grpSpPr>
          <a:xfrm>
            <a:off x="7164228" y="3409950"/>
            <a:ext cx="122872" cy="298989"/>
            <a:chOff x="7164228" y="3409950"/>
            <a:chExt cx="122872" cy="298989"/>
          </a:xfrm>
        </p:grpSpPr>
        <p:sp>
          <p:nvSpPr>
            <p:cNvPr id="516" name="Oval 515"/>
            <p:cNvSpPr/>
            <p:nvPr/>
          </p:nvSpPr>
          <p:spPr>
            <a:xfrm>
              <a:off x="7192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7" name="Rounded Rectangle 516"/>
            <p:cNvSpPr/>
            <p:nvPr/>
          </p:nvSpPr>
          <p:spPr>
            <a:xfrm>
              <a:off x="7164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8" name="Rectangle 517"/>
            <p:cNvSpPr/>
            <p:nvPr/>
          </p:nvSpPr>
          <p:spPr>
            <a:xfrm>
              <a:off x="7172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9" name="Rectangle 518"/>
            <p:cNvSpPr/>
            <p:nvPr/>
          </p:nvSpPr>
          <p:spPr>
            <a:xfrm>
              <a:off x="7237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20" name="Person103"/>
          <p:cNvGrpSpPr/>
          <p:nvPr/>
        </p:nvGrpSpPr>
        <p:grpSpPr>
          <a:xfrm>
            <a:off x="7354728" y="3409950"/>
            <a:ext cx="122872" cy="298989"/>
            <a:chOff x="7354728" y="3409950"/>
            <a:chExt cx="122872" cy="298989"/>
          </a:xfrm>
        </p:grpSpPr>
        <p:sp>
          <p:nvSpPr>
            <p:cNvPr id="521" name="Oval 520"/>
            <p:cNvSpPr/>
            <p:nvPr/>
          </p:nvSpPr>
          <p:spPr>
            <a:xfrm>
              <a:off x="7383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2" name="Rounded Rectangle 521"/>
            <p:cNvSpPr/>
            <p:nvPr/>
          </p:nvSpPr>
          <p:spPr>
            <a:xfrm>
              <a:off x="7354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3" name="Rectangle 522"/>
            <p:cNvSpPr/>
            <p:nvPr/>
          </p:nvSpPr>
          <p:spPr>
            <a:xfrm>
              <a:off x="7362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4" name="Rectangle 523"/>
            <p:cNvSpPr/>
            <p:nvPr/>
          </p:nvSpPr>
          <p:spPr>
            <a:xfrm>
              <a:off x="7428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25" name="Person104"/>
          <p:cNvGrpSpPr/>
          <p:nvPr/>
        </p:nvGrpSpPr>
        <p:grpSpPr>
          <a:xfrm>
            <a:off x="7545228" y="3409950"/>
            <a:ext cx="122872" cy="298989"/>
            <a:chOff x="7545228" y="3409950"/>
            <a:chExt cx="122872" cy="298989"/>
          </a:xfrm>
        </p:grpSpPr>
        <p:sp>
          <p:nvSpPr>
            <p:cNvPr id="526" name="Oval 525"/>
            <p:cNvSpPr/>
            <p:nvPr/>
          </p:nvSpPr>
          <p:spPr>
            <a:xfrm>
              <a:off x="7573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7" name="Rounded Rectangle 526"/>
            <p:cNvSpPr/>
            <p:nvPr/>
          </p:nvSpPr>
          <p:spPr>
            <a:xfrm>
              <a:off x="7545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8" name="Rectangle 527"/>
            <p:cNvSpPr/>
            <p:nvPr/>
          </p:nvSpPr>
          <p:spPr>
            <a:xfrm>
              <a:off x="7553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9" name="Rectangle 528"/>
            <p:cNvSpPr/>
            <p:nvPr/>
          </p:nvSpPr>
          <p:spPr>
            <a:xfrm>
              <a:off x="7618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30" name="Person105"/>
          <p:cNvGrpSpPr/>
          <p:nvPr/>
        </p:nvGrpSpPr>
        <p:grpSpPr>
          <a:xfrm>
            <a:off x="7735728" y="3409950"/>
            <a:ext cx="122872" cy="298989"/>
            <a:chOff x="7735728" y="3409950"/>
            <a:chExt cx="122872" cy="298989"/>
          </a:xfrm>
        </p:grpSpPr>
        <p:sp>
          <p:nvSpPr>
            <p:cNvPr id="531" name="Oval 530"/>
            <p:cNvSpPr/>
            <p:nvPr/>
          </p:nvSpPr>
          <p:spPr>
            <a:xfrm>
              <a:off x="77643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2" name="Rounded Rectangle 531"/>
            <p:cNvSpPr/>
            <p:nvPr/>
          </p:nvSpPr>
          <p:spPr>
            <a:xfrm>
              <a:off x="7735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3" name="Rectangle 532"/>
            <p:cNvSpPr/>
            <p:nvPr/>
          </p:nvSpPr>
          <p:spPr>
            <a:xfrm>
              <a:off x="7743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4" name="Rectangle 533"/>
            <p:cNvSpPr/>
            <p:nvPr/>
          </p:nvSpPr>
          <p:spPr>
            <a:xfrm>
              <a:off x="7809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35" name="Person106"/>
          <p:cNvGrpSpPr/>
          <p:nvPr/>
        </p:nvGrpSpPr>
        <p:grpSpPr>
          <a:xfrm>
            <a:off x="7926228" y="3409950"/>
            <a:ext cx="122872" cy="298989"/>
            <a:chOff x="7926228" y="3409950"/>
            <a:chExt cx="122872" cy="298989"/>
          </a:xfrm>
        </p:grpSpPr>
        <p:sp>
          <p:nvSpPr>
            <p:cNvPr id="536" name="Oval 535"/>
            <p:cNvSpPr/>
            <p:nvPr/>
          </p:nvSpPr>
          <p:spPr>
            <a:xfrm>
              <a:off x="7954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7" name="Rounded Rectangle 536"/>
            <p:cNvSpPr/>
            <p:nvPr/>
          </p:nvSpPr>
          <p:spPr>
            <a:xfrm>
              <a:off x="7926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8" name="Rectangle 537"/>
            <p:cNvSpPr/>
            <p:nvPr/>
          </p:nvSpPr>
          <p:spPr>
            <a:xfrm>
              <a:off x="7934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9" name="Rectangle 538"/>
            <p:cNvSpPr/>
            <p:nvPr/>
          </p:nvSpPr>
          <p:spPr>
            <a:xfrm>
              <a:off x="7999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0" name="Person107"/>
          <p:cNvGrpSpPr/>
          <p:nvPr/>
        </p:nvGrpSpPr>
        <p:grpSpPr>
          <a:xfrm>
            <a:off x="8116728" y="3409950"/>
            <a:ext cx="122872" cy="298989"/>
            <a:chOff x="8116728" y="3409950"/>
            <a:chExt cx="122872" cy="298989"/>
          </a:xfrm>
        </p:grpSpPr>
        <p:sp>
          <p:nvSpPr>
            <p:cNvPr id="541" name="Oval 540"/>
            <p:cNvSpPr/>
            <p:nvPr/>
          </p:nvSpPr>
          <p:spPr>
            <a:xfrm>
              <a:off x="8145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2" name="Rounded Rectangle 541"/>
            <p:cNvSpPr/>
            <p:nvPr/>
          </p:nvSpPr>
          <p:spPr>
            <a:xfrm>
              <a:off x="8116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3" name="Rectangle 542"/>
            <p:cNvSpPr/>
            <p:nvPr/>
          </p:nvSpPr>
          <p:spPr>
            <a:xfrm>
              <a:off x="8124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4" name="Rectangle 543"/>
            <p:cNvSpPr/>
            <p:nvPr/>
          </p:nvSpPr>
          <p:spPr>
            <a:xfrm>
              <a:off x="8190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5" name="Person108"/>
          <p:cNvGrpSpPr/>
          <p:nvPr/>
        </p:nvGrpSpPr>
        <p:grpSpPr>
          <a:xfrm>
            <a:off x="8307228" y="3409950"/>
            <a:ext cx="122872" cy="298989"/>
            <a:chOff x="8307228" y="3409950"/>
            <a:chExt cx="122872" cy="298989"/>
          </a:xfrm>
        </p:grpSpPr>
        <p:sp>
          <p:nvSpPr>
            <p:cNvPr id="546" name="Oval 545"/>
            <p:cNvSpPr/>
            <p:nvPr/>
          </p:nvSpPr>
          <p:spPr>
            <a:xfrm>
              <a:off x="83358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Rounded Rectangle 546"/>
            <p:cNvSpPr/>
            <p:nvPr/>
          </p:nvSpPr>
          <p:spPr>
            <a:xfrm>
              <a:off x="8307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8" name="Rectangle 547"/>
            <p:cNvSpPr/>
            <p:nvPr/>
          </p:nvSpPr>
          <p:spPr>
            <a:xfrm>
              <a:off x="8315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Rectangle 548"/>
            <p:cNvSpPr/>
            <p:nvPr/>
          </p:nvSpPr>
          <p:spPr>
            <a:xfrm>
              <a:off x="8380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0" name="Person109"/>
          <p:cNvGrpSpPr/>
          <p:nvPr/>
        </p:nvGrpSpPr>
        <p:grpSpPr>
          <a:xfrm>
            <a:off x="8497728" y="3409950"/>
            <a:ext cx="122872" cy="298989"/>
            <a:chOff x="8497728" y="3409950"/>
            <a:chExt cx="122872" cy="298989"/>
          </a:xfrm>
        </p:grpSpPr>
        <p:sp>
          <p:nvSpPr>
            <p:cNvPr id="551" name="Oval 550"/>
            <p:cNvSpPr/>
            <p:nvPr/>
          </p:nvSpPr>
          <p:spPr>
            <a:xfrm>
              <a:off x="8526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2" name="Rounded Rectangle 551"/>
            <p:cNvSpPr/>
            <p:nvPr/>
          </p:nvSpPr>
          <p:spPr>
            <a:xfrm>
              <a:off x="8497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Rectangle 552"/>
            <p:cNvSpPr/>
            <p:nvPr/>
          </p:nvSpPr>
          <p:spPr>
            <a:xfrm>
              <a:off x="8505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Rectangle 553"/>
            <p:cNvSpPr/>
            <p:nvPr/>
          </p:nvSpPr>
          <p:spPr>
            <a:xfrm>
              <a:off x="8571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5" name="Person110"/>
          <p:cNvGrpSpPr/>
          <p:nvPr/>
        </p:nvGrpSpPr>
        <p:grpSpPr>
          <a:xfrm>
            <a:off x="8688228" y="3409950"/>
            <a:ext cx="122872" cy="298989"/>
            <a:chOff x="8688228" y="3409950"/>
            <a:chExt cx="122872" cy="298989"/>
          </a:xfrm>
        </p:grpSpPr>
        <p:sp>
          <p:nvSpPr>
            <p:cNvPr id="556" name="Oval 555"/>
            <p:cNvSpPr/>
            <p:nvPr/>
          </p:nvSpPr>
          <p:spPr>
            <a:xfrm>
              <a:off x="8716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7" name="Rounded Rectangle 556"/>
            <p:cNvSpPr/>
            <p:nvPr/>
          </p:nvSpPr>
          <p:spPr>
            <a:xfrm>
              <a:off x="8688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8" name="Rectangle 557"/>
            <p:cNvSpPr/>
            <p:nvPr/>
          </p:nvSpPr>
          <p:spPr>
            <a:xfrm>
              <a:off x="8696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9" name="Rectangle 558"/>
            <p:cNvSpPr/>
            <p:nvPr/>
          </p:nvSpPr>
          <p:spPr>
            <a:xfrm>
              <a:off x="8761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0" name="Person111"/>
          <p:cNvGrpSpPr/>
          <p:nvPr/>
        </p:nvGrpSpPr>
        <p:grpSpPr>
          <a:xfrm>
            <a:off x="8878728" y="3409950"/>
            <a:ext cx="122872" cy="298989"/>
            <a:chOff x="8878728" y="3409950"/>
            <a:chExt cx="122872" cy="298989"/>
          </a:xfrm>
        </p:grpSpPr>
        <p:sp>
          <p:nvSpPr>
            <p:cNvPr id="561" name="Oval 560"/>
            <p:cNvSpPr/>
            <p:nvPr/>
          </p:nvSpPr>
          <p:spPr>
            <a:xfrm>
              <a:off x="8907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2" name="Rounded Rectangle 561"/>
            <p:cNvSpPr/>
            <p:nvPr/>
          </p:nvSpPr>
          <p:spPr>
            <a:xfrm>
              <a:off x="8878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3" name="Rectangle 562"/>
            <p:cNvSpPr/>
            <p:nvPr/>
          </p:nvSpPr>
          <p:spPr>
            <a:xfrm>
              <a:off x="8886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4" name="Rectangle 563"/>
            <p:cNvSpPr/>
            <p:nvPr/>
          </p:nvSpPr>
          <p:spPr>
            <a:xfrm>
              <a:off x="8952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5" name="Person112"/>
          <p:cNvGrpSpPr/>
          <p:nvPr/>
        </p:nvGrpSpPr>
        <p:grpSpPr>
          <a:xfrm>
            <a:off x="9069228" y="3409950"/>
            <a:ext cx="122872" cy="298989"/>
            <a:chOff x="9069228" y="3409950"/>
            <a:chExt cx="122872" cy="298989"/>
          </a:xfrm>
        </p:grpSpPr>
        <p:sp>
          <p:nvSpPr>
            <p:cNvPr id="566" name="Oval 565"/>
            <p:cNvSpPr/>
            <p:nvPr/>
          </p:nvSpPr>
          <p:spPr>
            <a:xfrm>
              <a:off x="9097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7" name="Rounded Rectangle 566"/>
            <p:cNvSpPr/>
            <p:nvPr/>
          </p:nvSpPr>
          <p:spPr>
            <a:xfrm>
              <a:off x="9069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8" name="Rectangle 567"/>
            <p:cNvSpPr/>
            <p:nvPr/>
          </p:nvSpPr>
          <p:spPr>
            <a:xfrm>
              <a:off x="9077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9" name="Rectangle 568"/>
            <p:cNvSpPr/>
            <p:nvPr/>
          </p:nvSpPr>
          <p:spPr>
            <a:xfrm>
              <a:off x="9142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0" name="Person113"/>
          <p:cNvGrpSpPr/>
          <p:nvPr/>
        </p:nvGrpSpPr>
        <p:grpSpPr>
          <a:xfrm>
            <a:off x="9259728" y="3409950"/>
            <a:ext cx="122872" cy="298989"/>
            <a:chOff x="9259728" y="3409950"/>
            <a:chExt cx="122872" cy="298989"/>
          </a:xfrm>
        </p:grpSpPr>
        <p:sp>
          <p:nvSpPr>
            <p:cNvPr id="571" name="Oval 570"/>
            <p:cNvSpPr/>
            <p:nvPr/>
          </p:nvSpPr>
          <p:spPr>
            <a:xfrm>
              <a:off x="9288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2" name="Rounded Rectangle 571"/>
            <p:cNvSpPr/>
            <p:nvPr/>
          </p:nvSpPr>
          <p:spPr>
            <a:xfrm>
              <a:off x="9259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3" name="Rectangle 572"/>
            <p:cNvSpPr/>
            <p:nvPr/>
          </p:nvSpPr>
          <p:spPr>
            <a:xfrm>
              <a:off x="9267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4" name="Rectangle 573"/>
            <p:cNvSpPr/>
            <p:nvPr/>
          </p:nvSpPr>
          <p:spPr>
            <a:xfrm>
              <a:off x="9333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5" name="Person114"/>
          <p:cNvGrpSpPr/>
          <p:nvPr/>
        </p:nvGrpSpPr>
        <p:grpSpPr>
          <a:xfrm>
            <a:off x="9450228" y="3409950"/>
            <a:ext cx="122872" cy="298989"/>
            <a:chOff x="9450228" y="3409950"/>
            <a:chExt cx="122872" cy="298989"/>
          </a:xfrm>
        </p:grpSpPr>
        <p:sp>
          <p:nvSpPr>
            <p:cNvPr id="576" name="Oval 575"/>
            <p:cNvSpPr/>
            <p:nvPr/>
          </p:nvSpPr>
          <p:spPr>
            <a:xfrm>
              <a:off x="9478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7" name="Rounded Rectangle 576"/>
            <p:cNvSpPr/>
            <p:nvPr/>
          </p:nvSpPr>
          <p:spPr>
            <a:xfrm>
              <a:off x="9450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8" name="Rectangle 577"/>
            <p:cNvSpPr/>
            <p:nvPr/>
          </p:nvSpPr>
          <p:spPr>
            <a:xfrm>
              <a:off x="9458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9" name="Rectangle 578"/>
            <p:cNvSpPr/>
            <p:nvPr/>
          </p:nvSpPr>
          <p:spPr>
            <a:xfrm>
              <a:off x="9523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80" name="Person115"/>
          <p:cNvGrpSpPr/>
          <p:nvPr/>
        </p:nvGrpSpPr>
        <p:grpSpPr>
          <a:xfrm>
            <a:off x="9640728" y="3409950"/>
            <a:ext cx="122872" cy="298989"/>
            <a:chOff x="9640728" y="3409950"/>
            <a:chExt cx="122872" cy="298989"/>
          </a:xfrm>
        </p:grpSpPr>
        <p:sp>
          <p:nvSpPr>
            <p:cNvPr id="581" name="Oval 580"/>
            <p:cNvSpPr/>
            <p:nvPr/>
          </p:nvSpPr>
          <p:spPr>
            <a:xfrm>
              <a:off x="9669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2" name="Rounded Rectangle 581"/>
            <p:cNvSpPr/>
            <p:nvPr/>
          </p:nvSpPr>
          <p:spPr>
            <a:xfrm>
              <a:off x="9640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3" name="Rectangle 582"/>
            <p:cNvSpPr/>
            <p:nvPr/>
          </p:nvSpPr>
          <p:spPr>
            <a:xfrm>
              <a:off x="9648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4" name="Rectangle 583"/>
            <p:cNvSpPr/>
            <p:nvPr/>
          </p:nvSpPr>
          <p:spPr>
            <a:xfrm>
              <a:off x="9714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85" name="Person116"/>
          <p:cNvGrpSpPr/>
          <p:nvPr/>
        </p:nvGrpSpPr>
        <p:grpSpPr>
          <a:xfrm>
            <a:off x="9831228" y="3409950"/>
            <a:ext cx="122872" cy="298989"/>
            <a:chOff x="9831228" y="3409950"/>
            <a:chExt cx="122872" cy="298989"/>
          </a:xfrm>
        </p:grpSpPr>
        <p:sp>
          <p:nvSpPr>
            <p:cNvPr id="586" name="Oval 585"/>
            <p:cNvSpPr/>
            <p:nvPr/>
          </p:nvSpPr>
          <p:spPr>
            <a:xfrm>
              <a:off x="9859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7" name="Rounded Rectangle 586"/>
            <p:cNvSpPr/>
            <p:nvPr/>
          </p:nvSpPr>
          <p:spPr>
            <a:xfrm>
              <a:off x="9831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8" name="Rectangle 587"/>
            <p:cNvSpPr/>
            <p:nvPr/>
          </p:nvSpPr>
          <p:spPr>
            <a:xfrm>
              <a:off x="9839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9" name="Rectangle 588"/>
            <p:cNvSpPr/>
            <p:nvPr/>
          </p:nvSpPr>
          <p:spPr>
            <a:xfrm>
              <a:off x="9904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90" name="Person117"/>
          <p:cNvGrpSpPr/>
          <p:nvPr/>
        </p:nvGrpSpPr>
        <p:grpSpPr>
          <a:xfrm>
            <a:off x="10021728" y="3409950"/>
            <a:ext cx="122872" cy="298989"/>
            <a:chOff x="10021728" y="3409950"/>
            <a:chExt cx="122872" cy="298989"/>
          </a:xfrm>
        </p:grpSpPr>
        <p:sp>
          <p:nvSpPr>
            <p:cNvPr id="591" name="Oval 590"/>
            <p:cNvSpPr/>
            <p:nvPr/>
          </p:nvSpPr>
          <p:spPr>
            <a:xfrm>
              <a:off x="10050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2" name="Rounded Rectangle 591"/>
            <p:cNvSpPr/>
            <p:nvPr/>
          </p:nvSpPr>
          <p:spPr>
            <a:xfrm>
              <a:off x="10021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3" name="Rectangle 592"/>
            <p:cNvSpPr/>
            <p:nvPr/>
          </p:nvSpPr>
          <p:spPr>
            <a:xfrm>
              <a:off x="10029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4" name="Rectangle 593"/>
            <p:cNvSpPr/>
            <p:nvPr/>
          </p:nvSpPr>
          <p:spPr>
            <a:xfrm>
              <a:off x="10095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95" name="Person118"/>
          <p:cNvGrpSpPr/>
          <p:nvPr/>
        </p:nvGrpSpPr>
        <p:grpSpPr>
          <a:xfrm>
            <a:off x="10212228" y="3409950"/>
            <a:ext cx="122872" cy="298989"/>
            <a:chOff x="10212228" y="3409950"/>
            <a:chExt cx="122872" cy="298989"/>
          </a:xfrm>
        </p:grpSpPr>
        <p:sp>
          <p:nvSpPr>
            <p:cNvPr id="596" name="Oval 595"/>
            <p:cNvSpPr/>
            <p:nvPr/>
          </p:nvSpPr>
          <p:spPr>
            <a:xfrm>
              <a:off x="10240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7" name="Rounded Rectangle 596"/>
            <p:cNvSpPr/>
            <p:nvPr/>
          </p:nvSpPr>
          <p:spPr>
            <a:xfrm>
              <a:off x="10212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8" name="Rectangle 597"/>
            <p:cNvSpPr/>
            <p:nvPr/>
          </p:nvSpPr>
          <p:spPr>
            <a:xfrm>
              <a:off x="10220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9" name="Rectangle 598"/>
            <p:cNvSpPr/>
            <p:nvPr/>
          </p:nvSpPr>
          <p:spPr>
            <a:xfrm>
              <a:off x="10285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0" name="Person119"/>
          <p:cNvGrpSpPr/>
          <p:nvPr/>
        </p:nvGrpSpPr>
        <p:grpSpPr>
          <a:xfrm>
            <a:off x="10402728" y="3409950"/>
            <a:ext cx="122872" cy="298989"/>
            <a:chOff x="10402728" y="3409950"/>
            <a:chExt cx="122872" cy="298989"/>
          </a:xfrm>
        </p:grpSpPr>
        <p:sp>
          <p:nvSpPr>
            <p:cNvPr id="601" name="Oval 600"/>
            <p:cNvSpPr/>
            <p:nvPr/>
          </p:nvSpPr>
          <p:spPr>
            <a:xfrm>
              <a:off x="10431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2" name="Rounded Rectangle 601"/>
            <p:cNvSpPr/>
            <p:nvPr/>
          </p:nvSpPr>
          <p:spPr>
            <a:xfrm>
              <a:off x="10402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3" name="Rectangle 602"/>
            <p:cNvSpPr/>
            <p:nvPr/>
          </p:nvSpPr>
          <p:spPr>
            <a:xfrm>
              <a:off x="10410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4" name="Rectangle 603"/>
            <p:cNvSpPr/>
            <p:nvPr/>
          </p:nvSpPr>
          <p:spPr>
            <a:xfrm>
              <a:off x="10476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5" name="Person120"/>
          <p:cNvGrpSpPr/>
          <p:nvPr/>
        </p:nvGrpSpPr>
        <p:grpSpPr>
          <a:xfrm>
            <a:off x="10593228" y="3409950"/>
            <a:ext cx="122872" cy="298989"/>
            <a:chOff x="10593228" y="3409950"/>
            <a:chExt cx="122872" cy="298989"/>
          </a:xfrm>
        </p:grpSpPr>
        <p:sp>
          <p:nvSpPr>
            <p:cNvPr id="606" name="Oval 605"/>
            <p:cNvSpPr/>
            <p:nvPr/>
          </p:nvSpPr>
          <p:spPr>
            <a:xfrm>
              <a:off x="10621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7" name="Rounded Rectangle 606"/>
            <p:cNvSpPr/>
            <p:nvPr/>
          </p:nvSpPr>
          <p:spPr>
            <a:xfrm>
              <a:off x="10593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8" name="Rectangle 607"/>
            <p:cNvSpPr/>
            <p:nvPr/>
          </p:nvSpPr>
          <p:spPr>
            <a:xfrm>
              <a:off x="10601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9" name="Rectangle 608"/>
            <p:cNvSpPr/>
            <p:nvPr/>
          </p:nvSpPr>
          <p:spPr>
            <a:xfrm>
              <a:off x="10666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10" name="Person121"/>
          <p:cNvGrpSpPr/>
          <p:nvPr/>
        </p:nvGrpSpPr>
        <p:grpSpPr>
          <a:xfrm>
            <a:off x="10783728" y="3409950"/>
            <a:ext cx="122872" cy="298989"/>
            <a:chOff x="10783728" y="3409950"/>
            <a:chExt cx="122872" cy="298989"/>
          </a:xfrm>
        </p:grpSpPr>
        <p:sp>
          <p:nvSpPr>
            <p:cNvPr id="611" name="Oval 610"/>
            <p:cNvSpPr/>
            <p:nvPr/>
          </p:nvSpPr>
          <p:spPr>
            <a:xfrm>
              <a:off x="10812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2" name="Rounded Rectangle 611"/>
            <p:cNvSpPr/>
            <p:nvPr/>
          </p:nvSpPr>
          <p:spPr>
            <a:xfrm>
              <a:off x="10783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3" name="Rectangle 612"/>
            <p:cNvSpPr/>
            <p:nvPr/>
          </p:nvSpPr>
          <p:spPr>
            <a:xfrm>
              <a:off x="10791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4" name="Rectangle 613"/>
            <p:cNvSpPr/>
            <p:nvPr/>
          </p:nvSpPr>
          <p:spPr>
            <a:xfrm>
              <a:off x="10857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15" name="Person122"/>
          <p:cNvGrpSpPr/>
          <p:nvPr/>
        </p:nvGrpSpPr>
        <p:grpSpPr>
          <a:xfrm>
            <a:off x="10974228" y="3409950"/>
            <a:ext cx="122872" cy="298989"/>
            <a:chOff x="10974228" y="3409950"/>
            <a:chExt cx="122872" cy="298989"/>
          </a:xfrm>
        </p:grpSpPr>
        <p:sp>
          <p:nvSpPr>
            <p:cNvPr id="616" name="Oval 615"/>
            <p:cNvSpPr/>
            <p:nvPr/>
          </p:nvSpPr>
          <p:spPr>
            <a:xfrm>
              <a:off x="11002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7" name="Rounded Rectangle 616"/>
            <p:cNvSpPr/>
            <p:nvPr/>
          </p:nvSpPr>
          <p:spPr>
            <a:xfrm>
              <a:off x="10974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8" name="Rectangle 617"/>
            <p:cNvSpPr/>
            <p:nvPr/>
          </p:nvSpPr>
          <p:spPr>
            <a:xfrm>
              <a:off x="10982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9" name="Rectangle 618"/>
            <p:cNvSpPr/>
            <p:nvPr/>
          </p:nvSpPr>
          <p:spPr>
            <a:xfrm>
              <a:off x="11047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0" name="Person123"/>
          <p:cNvGrpSpPr/>
          <p:nvPr/>
        </p:nvGrpSpPr>
        <p:grpSpPr>
          <a:xfrm>
            <a:off x="11164728" y="3409950"/>
            <a:ext cx="122872" cy="298989"/>
            <a:chOff x="11164728" y="3409950"/>
            <a:chExt cx="122872" cy="298989"/>
          </a:xfrm>
        </p:grpSpPr>
        <p:sp>
          <p:nvSpPr>
            <p:cNvPr id="621" name="Oval 620"/>
            <p:cNvSpPr/>
            <p:nvPr/>
          </p:nvSpPr>
          <p:spPr>
            <a:xfrm>
              <a:off x="11193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2" name="Rounded Rectangle 621"/>
            <p:cNvSpPr/>
            <p:nvPr/>
          </p:nvSpPr>
          <p:spPr>
            <a:xfrm>
              <a:off x="11164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3" name="Rectangle 622"/>
            <p:cNvSpPr/>
            <p:nvPr/>
          </p:nvSpPr>
          <p:spPr>
            <a:xfrm>
              <a:off x="11172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4" name="Rectangle 623"/>
            <p:cNvSpPr/>
            <p:nvPr/>
          </p:nvSpPr>
          <p:spPr>
            <a:xfrm>
              <a:off x="11238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5" name="Person124"/>
          <p:cNvGrpSpPr/>
          <p:nvPr/>
        </p:nvGrpSpPr>
        <p:grpSpPr>
          <a:xfrm>
            <a:off x="11355228" y="3409950"/>
            <a:ext cx="122872" cy="298989"/>
            <a:chOff x="11355228" y="3409950"/>
            <a:chExt cx="122872" cy="298989"/>
          </a:xfrm>
        </p:grpSpPr>
        <p:sp>
          <p:nvSpPr>
            <p:cNvPr id="626" name="Oval 625"/>
            <p:cNvSpPr/>
            <p:nvPr/>
          </p:nvSpPr>
          <p:spPr>
            <a:xfrm>
              <a:off x="11383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7" name="Rounded Rectangle 626"/>
            <p:cNvSpPr/>
            <p:nvPr/>
          </p:nvSpPr>
          <p:spPr>
            <a:xfrm>
              <a:off x="11355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8" name="Rectangle 627"/>
            <p:cNvSpPr/>
            <p:nvPr/>
          </p:nvSpPr>
          <p:spPr>
            <a:xfrm>
              <a:off x="11363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9" name="Rectangle 628"/>
            <p:cNvSpPr/>
            <p:nvPr/>
          </p:nvSpPr>
          <p:spPr>
            <a:xfrm>
              <a:off x="11428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30" name="Person125"/>
          <p:cNvGrpSpPr/>
          <p:nvPr/>
        </p:nvGrpSpPr>
        <p:grpSpPr>
          <a:xfrm>
            <a:off x="6783228" y="3810000"/>
            <a:ext cx="122872" cy="298989"/>
            <a:chOff x="6783228" y="3810000"/>
            <a:chExt cx="122872" cy="298989"/>
          </a:xfrm>
        </p:grpSpPr>
        <p:sp>
          <p:nvSpPr>
            <p:cNvPr id="631" name="Oval 630"/>
            <p:cNvSpPr/>
            <p:nvPr/>
          </p:nvSpPr>
          <p:spPr>
            <a:xfrm>
              <a:off x="6811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2" name="Rounded Rectangle 631"/>
            <p:cNvSpPr/>
            <p:nvPr/>
          </p:nvSpPr>
          <p:spPr>
            <a:xfrm>
              <a:off x="6783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3" name="Rectangle 632"/>
            <p:cNvSpPr/>
            <p:nvPr/>
          </p:nvSpPr>
          <p:spPr>
            <a:xfrm>
              <a:off x="6791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4" name="Rectangle 633"/>
            <p:cNvSpPr/>
            <p:nvPr/>
          </p:nvSpPr>
          <p:spPr>
            <a:xfrm>
              <a:off x="6856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35" name="Person126"/>
          <p:cNvGrpSpPr/>
          <p:nvPr/>
        </p:nvGrpSpPr>
        <p:grpSpPr>
          <a:xfrm>
            <a:off x="6973728" y="3810000"/>
            <a:ext cx="122872" cy="298989"/>
            <a:chOff x="6973728" y="3810000"/>
            <a:chExt cx="122872" cy="298989"/>
          </a:xfrm>
        </p:grpSpPr>
        <p:sp>
          <p:nvSpPr>
            <p:cNvPr id="636" name="Oval 635"/>
            <p:cNvSpPr/>
            <p:nvPr/>
          </p:nvSpPr>
          <p:spPr>
            <a:xfrm>
              <a:off x="70023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7" name="Rounded Rectangle 636"/>
            <p:cNvSpPr/>
            <p:nvPr/>
          </p:nvSpPr>
          <p:spPr>
            <a:xfrm>
              <a:off x="6973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8" name="Rectangle 637"/>
            <p:cNvSpPr/>
            <p:nvPr/>
          </p:nvSpPr>
          <p:spPr>
            <a:xfrm>
              <a:off x="6981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9" name="Rectangle 638"/>
            <p:cNvSpPr/>
            <p:nvPr/>
          </p:nvSpPr>
          <p:spPr>
            <a:xfrm>
              <a:off x="7047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40" name="Person127"/>
          <p:cNvGrpSpPr/>
          <p:nvPr/>
        </p:nvGrpSpPr>
        <p:grpSpPr>
          <a:xfrm>
            <a:off x="7164228" y="3810000"/>
            <a:ext cx="122872" cy="298989"/>
            <a:chOff x="7164228" y="3810000"/>
            <a:chExt cx="122872" cy="298989"/>
          </a:xfrm>
        </p:grpSpPr>
        <p:sp>
          <p:nvSpPr>
            <p:cNvPr id="641" name="Oval 640"/>
            <p:cNvSpPr/>
            <p:nvPr/>
          </p:nvSpPr>
          <p:spPr>
            <a:xfrm>
              <a:off x="7192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2" name="Rounded Rectangle 641"/>
            <p:cNvSpPr/>
            <p:nvPr/>
          </p:nvSpPr>
          <p:spPr>
            <a:xfrm>
              <a:off x="7164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3" name="Rectangle 642"/>
            <p:cNvSpPr/>
            <p:nvPr/>
          </p:nvSpPr>
          <p:spPr>
            <a:xfrm>
              <a:off x="7172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4" name="Rectangle 643"/>
            <p:cNvSpPr/>
            <p:nvPr/>
          </p:nvSpPr>
          <p:spPr>
            <a:xfrm>
              <a:off x="7237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45" name="Person128"/>
          <p:cNvGrpSpPr/>
          <p:nvPr/>
        </p:nvGrpSpPr>
        <p:grpSpPr>
          <a:xfrm>
            <a:off x="7354728" y="3810000"/>
            <a:ext cx="122872" cy="298989"/>
            <a:chOff x="7354728" y="3810000"/>
            <a:chExt cx="122872" cy="298989"/>
          </a:xfrm>
        </p:grpSpPr>
        <p:sp>
          <p:nvSpPr>
            <p:cNvPr id="646" name="Oval 645"/>
            <p:cNvSpPr/>
            <p:nvPr/>
          </p:nvSpPr>
          <p:spPr>
            <a:xfrm>
              <a:off x="7383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7" name="Rounded Rectangle 646"/>
            <p:cNvSpPr/>
            <p:nvPr/>
          </p:nvSpPr>
          <p:spPr>
            <a:xfrm>
              <a:off x="7354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8" name="Rectangle 647"/>
            <p:cNvSpPr/>
            <p:nvPr/>
          </p:nvSpPr>
          <p:spPr>
            <a:xfrm>
              <a:off x="7362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9" name="Rectangle 648"/>
            <p:cNvSpPr/>
            <p:nvPr/>
          </p:nvSpPr>
          <p:spPr>
            <a:xfrm>
              <a:off x="7428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0" name="Person129"/>
          <p:cNvGrpSpPr/>
          <p:nvPr/>
        </p:nvGrpSpPr>
        <p:grpSpPr>
          <a:xfrm>
            <a:off x="7545228" y="3810000"/>
            <a:ext cx="122872" cy="298989"/>
            <a:chOff x="7545228" y="3810000"/>
            <a:chExt cx="122872" cy="298989"/>
          </a:xfrm>
        </p:grpSpPr>
        <p:sp>
          <p:nvSpPr>
            <p:cNvPr id="651" name="Oval 650"/>
            <p:cNvSpPr/>
            <p:nvPr/>
          </p:nvSpPr>
          <p:spPr>
            <a:xfrm>
              <a:off x="7573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2" name="Rounded Rectangle 651"/>
            <p:cNvSpPr/>
            <p:nvPr/>
          </p:nvSpPr>
          <p:spPr>
            <a:xfrm>
              <a:off x="7545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3" name="Rectangle 652"/>
            <p:cNvSpPr/>
            <p:nvPr/>
          </p:nvSpPr>
          <p:spPr>
            <a:xfrm>
              <a:off x="7553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4" name="Rectangle 653"/>
            <p:cNvSpPr/>
            <p:nvPr/>
          </p:nvSpPr>
          <p:spPr>
            <a:xfrm>
              <a:off x="7618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5" name="Person130"/>
          <p:cNvGrpSpPr/>
          <p:nvPr/>
        </p:nvGrpSpPr>
        <p:grpSpPr>
          <a:xfrm>
            <a:off x="7735728" y="3810000"/>
            <a:ext cx="122872" cy="298989"/>
            <a:chOff x="7735728" y="3810000"/>
            <a:chExt cx="122872" cy="298989"/>
          </a:xfrm>
        </p:grpSpPr>
        <p:sp>
          <p:nvSpPr>
            <p:cNvPr id="656" name="Oval 655"/>
            <p:cNvSpPr/>
            <p:nvPr/>
          </p:nvSpPr>
          <p:spPr>
            <a:xfrm>
              <a:off x="77643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7" name="Rounded Rectangle 656"/>
            <p:cNvSpPr/>
            <p:nvPr/>
          </p:nvSpPr>
          <p:spPr>
            <a:xfrm>
              <a:off x="7735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8" name="Rectangle 657"/>
            <p:cNvSpPr/>
            <p:nvPr/>
          </p:nvSpPr>
          <p:spPr>
            <a:xfrm>
              <a:off x="7743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9" name="Rectangle 658"/>
            <p:cNvSpPr/>
            <p:nvPr/>
          </p:nvSpPr>
          <p:spPr>
            <a:xfrm>
              <a:off x="7809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60" name="Person131"/>
          <p:cNvGrpSpPr/>
          <p:nvPr/>
        </p:nvGrpSpPr>
        <p:grpSpPr>
          <a:xfrm>
            <a:off x="7926228" y="3810000"/>
            <a:ext cx="122872" cy="298989"/>
            <a:chOff x="7926228" y="3810000"/>
            <a:chExt cx="122872" cy="298989"/>
          </a:xfrm>
        </p:grpSpPr>
        <p:sp>
          <p:nvSpPr>
            <p:cNvPr id="661" name="Oval 660"/>
            <p:cNvSpPr/>
            <p:nvPr/>
          </p:nvSpPr>
          <p:spPr>
            <a:xfrm>
              <a:off x="7954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2" name="Rounded Rectangle 661"/>
            <p:cNvSpPr/>
            <p:nvPr/>
          </p:nvSpPr>
          <p:spPr>
            <a:xfrm>
              <a:off x="7926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3" name="Rectangle 662"/>
            <p:cNvSpPr/>
            <p:nvPr/>
          </p:nvSpPr>
          <p:spPr>
            <a:xfrm>
              <a:off x="7934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4" name="Rectangle 663"/>
            <p:cNvSpPr/>
            <p:nvPr/>
          </p:nvSpPr>
          <p:spPr>
            <a:xfrm>
              <a:off x="7999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65" name="Person132"/>
          <p:cNvGrpSpPr/>
          <p:nvPr/>
        </p:nvGrpSpPr>
        <p:grpSpPr>
          <a:xfrm>
            <a:off x="8116728" y="3810000"/>
            <a:ext cx="122872" cy="298989"/>
            <a:chOff x="8116728" y="3810000"/>
            <a:chExt cx="122872" cy="298989"/>
          </a:xfrm>
        </p:grpSpPr>
        <p:sp>
          <p:nvSpPr>
            <p:cNvPr id="666" name="Oval 665"/>
            <p:cNvSpPr/>
            <p:nvPr/>
          </p:nvSpPr>
          <p:spPr>
            <a:xfrm>
              <a:off x="8145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7" name="Rounded Rectangle 666"/>
            <p:cNvSpPr/>
            <p:nvPr/>
          </p:nvSpPr>
          <p:spPr>
            <a:xfrm>
              <a:off x="8116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8" name="Rectangle 667"/>
            <p:cNvSpPr/>
            <p:nvPr/>
          </p:nvSpPr>
          <p:spPr>
            <a:xfrm>
              <a:off x="8124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9" name="Rectangle 668"/>
            <p:cNvSpPr/>
            <p:nvPr/>
          </p:nvSpPr>
          <p:spPr>
            <a:xfrm>
              <a:off x="8190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70" name="Person133"/>
          <p:cNvGrpSpPr/>
          <p:nvPr/>
        </p:nvGrpSpPr>
        <p:grpSpPr>
          <a:xfrm>
            <a:off x="8307228" y="3810000"/>
            <a:ext cx="122872" cy="298989"/>
            <a:chOff x="8307228" y="3810000"/>
            <a:chExt cx="122872" cy="298989"/>
          </a:xfrm>
        </p:grpSpPr>
        <p:sp>
          <p:nvSpPr>
            <p:cNvPr id="671" name="Oval 670"/>
            <p:cNvSpPr/>
            <p:nvPr/>
          </p:nvSpPr>
          <p:spPr>
            <a:xfrm>
              <a:off x="83358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2" name="Rounded Rectangle 671"/>
            <p:cNvSpPr/>
            <p:nvPr/>
          </p:nvSpPr>
          <p:spPr>
            <a:xfrm>
              <a:off x="8307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3" name="Rectangle 672"/>
            <p:cNvSpPr/>
            <p:nvPr/>
          </p:nvSpPr>
          <p:spPr>
            <a:xfrm>
              <a:off x="8315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4" name="Rectangle 673"/>
            <p:cNvSpPr/>
            <p:nvPr/>
          </p:nvSpPr>
          <p:spPr>
            <a:xfrm>
              <a:off x="8380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75" name="Person134"/>
          <p:cNvGrpSpPr/>
          <p:nvPr/>
        </p:nvGrpSpPr>
        <p:grpSpPr>
          <a:xfrm>
            <a:off x="8497728" y="3810000"/>
            <a:ext cx="122872" cy="298989"/>
            <a:chOff x="8497728" y="3810000"/>
            <a:chExt cx="122872" cy="298989"/>
          </a:xfrm>
        </p:grpSpPr>
        <p:sp>
          <p:nvSpPr>
            <p:cNvPr id="676" name="Oval 675"/>
            <p:cNvSpPr/>
            <p:nvPr/>
          </p:nvSpPr>
          <p:spPr>
            <a:xfrm>
              <a:off x="8526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7" name="Rounded Rectangle 676"/>
            <p:cNvSpPr/>
            <p:nvPr/>
          </p:nvSpPr>
          <p:spPr>
            <a:xfrm>
              <a:off x="8497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8" name="Rectangle 677"/>
            <p:cNvSpPr/>
            <p:nvPr/>
          </p:nvSpPr>
          <p:spPr>
            <a:xfrm>
              <a:off x="8505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9" name="Rectangle 678"/>
            <p:cNvSpPr/>
            <p:nvPr/>
          </p:nvSpPr>
          <p:spPr>
            <a:xfrm>
              <a:off x="8571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80" name="Person135"/>
          <p:cNvGrpSpPr/>
          <p:nvPr/>
        </p:nvGrpSpPr>
        <p:grpSpPr>
          <a:xfrm>
            <a:off x="8688228" y="3810000"/>
            <a:ext cx="122872" cy="298989"/>
            <a:chOff x="8688228" y="3810000"/>
            <a:chExt cx="122872" cy="298989"/>
          </a:xfrm>
        </p:grpSpPr>
        <p:sp>
          <p:nvSpPr>
            <p:cNvPr id="681" name="Oval 680"/>
            <p:cNvSpPr/>
            <p:nvPr/>
          </p:nvSpPr>
          <p:spPr>
            <a:xfrm>
              <a:off x="8716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2" name="Rounded Rectangle 681"/>
            <p:cNvSpPr/>
            <p:nvPr/>
          </p:nvSpPr>
          <p:spPr>
            <a:xfrm>
              <a:off x="8688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3" name="Rectangle 682"/>
            <p:cNvSpPr/>
            <p:nvPr/>
          </p:nvSpPr>
          <p:spPr>
            <a:xfrm>
              <a:off x="8696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4" name="Rectangle 683"/>
            <p:cNvSpPr/>
            <p:nvPr/>
          </p:nvSpPr>
          <p:spPr>
            <a:xfrm>
              <a:off x="8761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85" name="Person136"/>
          <p:cNvGrpSpPr/>
          <p:nvPr/>
        </p:nvGrpSpPr>
        <p:grpSpPr>
          <a:xfrm>
            <a:off x="8878728" y="3810000"/>
            <a:ext cx="122872" cy="298989"/>
            <a:chOff x="8878728" y="3810000"/>
            <a:chExt cx="122872" cy="298989"/>
          </a:xfrm>
        </p:grpSpPr>
        <p:sp>
          <p:nvSpPr>
            <p:cNvPr id="686" name="Oval 685"/>
            <p:cNvSpPr/>
            <p:nvPr/>
          </p:nvSpPr>
          <p:spPr>
            <a:xfrm>
              <a:off x="8907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7" name="Rounded Rectangle 686"/>
            <p:cNvSpPr/>
            <p:nvPr/>
          </p:nvSpPr>
          <p:spPr>
            <a:xfrm>
              <a:off x="8878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8" name="Rectangle 687"/>
            <p:cNvSpPr/>
            <p:nvPr/>
          </p:nvSpPr>
          <p:spPr>
            <a:xfrm>
              <a:off x="8886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9" name="Rectangle 688"/>
            <p:cNvSpPr/>
            <p:nvPr/>
          </p:nvSpPr>
          <p:spPr>
            <a:xfrm>
              <a:off x="8952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90" name="Person137"/>
          <p:cNvGrpSpPr/>
          <p:nvPr/>
        </p:nvGrpSpPr>
        <p:grpSpPr>
          <a:xfrm>
            <a:off x="9069228" y="3810000"/>
            <a:ext cx="122872" cy="298989"/>
            <a:chOff x="9069228" y="3810000"/>
            <a:chExt cx="122872" cy="298989"/>
          </a:xfrm>
        </p:grpSpPr>
        <p:sp>
          <p:nvSpPr>
            <p:cNvPr id="691" name="Oval 690"/>
            <p:cNvSpPr/>
            <p:nvPr/>
          </p:nvSpPr>
          <p:spPr>
            <a:xfrm>
              <a:off x="9097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2" name="Rounded Rectangle 691"/>
            <p:cNvSpPr/>
            <p:nvPr/>
          </p:nvSpPr>
          <p:spPr>
            <a:xfrm>
              <a:off x="9069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3" name="Rectangle 692"/>
            <p:cNvSpPr/>
            <p:nvPr/>
          </p:nvSpPr>
          <p:spPr>
            <a:xfrm>
              <a:off x="9077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4" name="Rectangle 693"/>
            <p:cNvSpPr/>
            <p:nvPr/>
          </p:nvSpPr>
          <p:spPr>
            <a:xfrm>
              <a:off x="9142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95" name="Person138"/>
          <p:cNvGrpSpPr/>
          <p:nvPr/>
        </p:nvGrpSpPr>
        <p:grpSpPr>
          <a:xfrm>
            <a:off x="9259728" y="3810000"/>
            <a:ext cx="122872" cy="298989"/>
            <a:chOff x="9259728" y="3810000"/>
            <a:chExt cx="122872" cy="298989"/>
          </a:xfrm>
        </p:grpSpPr>
        <p:sp>
          <p:nvSpPr>
            <p:cNvPr id="696" name="Oval 695"/>
            <p:cNvSpPr/>
            <p:nvPr/>
          </p:nvSpPr>
          <p:spPr>
            <a:xfrm>
              <a:off x="9288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7" name="Rounded Rectangle 696"/>
            <p:cNvSpPr/>
            <p:nvPr/>
          </p:nvSpPr>
          <p:spPr>
            <a:xfrm>
              <a:off x="9259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8" name="Rectangle 697"/>
            <p:cNvSpPr/>
            <p:nvPr/>
          </p:nvSpPr>
          <p:spPr>
            <a:xfrm>
              <a:off x="9267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9" name="Rectangle 698"/>
            <p:cNvSpPr/>
            <p:nvPr/>
          </p:nvSpPr>
          <p:spPr>
            <a:xfrm>
              <a:off x="9333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0" name="Person139"/>
          <p:cNvGrpSpPr/>
          <p:nvPr/>
        </p:nvGrpSpPr>
        <p:grpSpPr>
          <a:xfrm>
            <a:off x="9450228" y="3810000"/>
            <a:ext cx="122872" cy="298989"/>
            <a:chOff x="9450228" y="3810000"/>
            <a:chExt cx="122872" cy="298989"/>
          </a:xfrm>
        </p:grpSpPr>
        <p:sp>
          <p:nvSpPr>
            <p:cNvPr id="701" name="Oval 700"/>
            <p:cNvSpPr/>
            <p:nvPr/>
          </p:nvSpPr>
          <p:spPr>
            <a:xfrm>
              <a:off x="9478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2" name="Rounded Rectangle 701"/>
            <p:cNvSpPr/>
            <p:nvPr/>
          </p:nvSpPr>
          <p:spPr>
            <a:xfrm>
              <a:off x="9450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3" name="Rectangle 702"/>
            <p:cNvSpPr/>
            <p:nvPr/>
          </p:nvSpPr>
          <p:spPr>
            <a:xfrm>
              <a:off x="9458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4" name="Rectangle 703"/>
            <p:cNvSpPr/>
            <p:nvPr/>
          </p:nvSpPr>
          <p:spPr>
            <a:xfrm>
              <a:off x="9523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5" name="Person140"/>
          <p:cNvGrpSpPr/>
          <p:nvPr/>
        </p:nvGrpSpPr>
        <p:grpSpPr>
          <a:xfrm>
            <a:off x="9640728" y="3810000"/>
            <a:ext cx="122872" cy="298989"/>
            <a:chOff x="9640728" y="3810000"/>
            <a:chExt cx="122872" cy="298989"/>
          </a:xfrm>
        </p:grpSpPr>
        <p:sp>
          <p:nvSpPr>
            <p:cNvPr id="706" name="Oval 705"/>
            <p:cNvSpPr/>
            <p:nvPr/>
          </p:nvSpPr>
          <p:spPr>
            <a:xfrm>
              <a:off x="9669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7" name="Rounded Rectangle 706"/>
            <p:cNvSpPr/>
            <p:nvPr/>
          </p:nvSpPr>
          <p:spPr>
            <a:xfrm>
              <a:off x="9640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8" name="Rectangle 707"/>
            <p:cNvSpPr/>
            <p:nvPr/>
          </p:nvSpPr>
          <p:spPr>
            <a:xfrm>
              <a:off x="9648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9" name="Rectangle 708"/>
            <p:cNvSpPr/>
            <p:nvPr/>
          </p:nvSpPr>
          <p:spPr>
            <a:xfrm>
              <a:off x="9714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10" name="Person141"/>
          <p:cNvGrpSpPr/>
          <p:nvPr/>
        </p:nvGrpSpPr>
        <p:grpSpPr>
          <a:xfrm>
            <a:off x="9831228" y="3810000"/>
            <a:ext cx="122872" cy="298989"/>
            <a:chOff x="9831228" y="3810000"/>
            <a:chExt cx="122872" cy="298989"/>
          </a:xfrm>
        </p:grpSpPr>
        <p:sp>
          <p:nvSpPr>
            <p:cNvPr id="711" name="Oval 710"/>
            <p:cNvSpPr/>
            <p:nvPr/>
          </p:nvSpPr>
          <p:spPr>
            <a:xfrm>
              <a:off x="9859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2" name="Rounded Rectangle 711"/>
            <p:cNvSpPr/>
            <p:nvPr/>
          </p:nvSpPr>
          <p:spPr>
            <a:xfrm>
              <a:off x="9831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3" name="Rectangle 712"/>
            <p:cNvSpPr/>
            <p:nvPr/>
          </p:nvSpPr>
          <p:spPr>
            <a:xfrm>
              <a:off x="9839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4" name="Rectangle 713"/>
            <p:cNvSpPr/>
            <p:nvPr/>
          </p:nvSpPr>
          <p:spPr>
            <a:xfrm>
              <a:off x="9904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15" name="Person142"/>
          <p:cNvGrpSpPr/>
          <p:nvPr/>
        </p:nvGrpSpPr>
        <p:grpSpPr>
          <a:xfrm>
            <a:off x="10021728" y="3810000"/>
            <a:ext cx="122872" cy="298989"/>
            <a:chOff x="10021728" y="3810000"/>
            <a:chExt cx="122872" cy="298989"/>
          </a:xfrm>
        </p:grpSpPr>
        <p:sp>
          <p:nvSpPr>
            <p:cNvPr id="716" name="Oval 715"/>
            <p:cNvSpPr/>
            <p:nvPr/>
          </p:nvSpPr>
          <p:spPr>
            <a:xfrm>
              <a:off x="10050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7" name="Rounded Rectangle 716"/>
            <p:cNvSpPr/>
            <p:nvPr/>
          </p:nvSpPr>
          <p:spPr>
            <a:xfrm>
              <a:off x="10021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8" name="Rectangle 717"/>
            <p:cNvSpPr/>
            <p:nvPr/>
          </p:nvSpPr>
          <p:spPr>
            <a:xfrm>
              <a:off x="10029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9" name="Rectangle 718"/>
            <p:cNvSpPr/>
            <p:nvPr/>
          </p:nvSpPr>
          <p:spPr>
            <a:xfrm>
              <a:off x="10095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20" name="Person143"/>
          <p:cNvGrpSpPr/>
          <p:nvPr/>
        </p:nvGrpSpPr>
        <p:grpSpPr>
          <a:xfrm>
            <a:off x="10212228" y="3810000"/>
            <a:ext cx="122872" cy="298989"/>
            <a:chOff x="10212228" y="3810000"/>
            <a:chExt cx="122872" cy="298989"/>
          </a:xfrm>
        </p:grpSpPr>
        <p:sp>
          <p:nvSpPr>
            <p:cNvPr id="721" name="Oval 720"/>
            <p:cNvSpPr/>
            <p:nvPr/>
          </p:nvSpPr>
          <p:spPr>
            <a:xfrm>
              <a:off x="10240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2" name="Rounded Rectangle 721"/>
            <p:cNvSpPr/>
            <p:nvPr/>
          </p:nvSpPr>
          <p:spPr>
            <a:xfrm>
              <a:off x="10212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3" name="Rectangle 722"/>
            <p:cNvSpPr/>
            <p:nvPr/>
          </p:nvSpPr>
          <p:spPr>
            <a:xfrm>
              <a:off x="10220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4" name="Rectangle 723"/>
            <p:cNvSpPr/>
            <p:nvPr/>
          </p:nvSpPr>
          <p:spPr>
            <a:xfrm>
              <a:off x="10285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25" name="Person144"/>
          <p:cNvGrpSpPr/>
          <p:nvPr/>
        </p:nvGrpSpPr>
        <p:grpSpPr>
          <a:xfrm>
            <a:off x="10402728" y="3810000"/>
            <a:ext cx="122872" cy="298989"/>
            <a:chOff x="10402728" y="3810000"/>
            <a:chExt cx="122872" cy="298989"/>
          </a:xfrm>
        </p:grpSpPr>
        <p:sp>
          <p:nvSpPr>
            <p:cNvPr id="726" name="Oval 725"/>
            <p:cNvSpPr/>
            <p:nvPr/>
          </p:nvSpPr>
          <p:spPr>
            <a:xfrm>
              <a:off x="10431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7" name="Rounded Rectangle 726"/>
            <p:cNvSpPr/>
            <p:nvPr/>
          </p:nvSpPr>
          <p:spPr>
            <a:xfrm>
              <a:off x="10402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8" name="Rectangle 727"/>
            <p:cNvSpPr/>
            <p:nvPr/>
          </p:nvSpPr>
          <p:spPr>
            <a:xfrm>
              <a:off x="10410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9" name="Rectangle 728"/>
            <p:cNvSpPr/>
            <p:nvPr/>
          </p:nvSpPr>
          <p:spPr>
            <a:xfrm>
              <a:off x="10476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30" name="Person145"/>
          <p:cNvGrpSpPr/>
          <p:nvPr/>
        </p:nvGrpSpPr>
        <p:grpSpPr>
          <a:xfrm>
            <a:off x="10593228" y="3810000"/>
            <a:ext cx="122872" cy="298989"/>
            <a:chOff x="10593228" y="3810000"/>
            <a:chExt cx="122872" cy="298989"/>
          </a:xfrm>
        </p:grpSpPr>
        <p:sp>
          <p:nvSpPr>
            <p:cNvPr id="731" name="Oval 730"/>
            <p:cNvSpPr/>
            <p:nvPr/>
          </p:nvSpPr>
          <p:spPr>
            <a:xfrm>
              <a:off x="10621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2" name="Rounded Rectangle 731"/>
            <p:cNvSpPr/>
            <p:nvPr/>
          </p:nvSpPr>
          <p:spPr>
            <a:xfrm>
              <a:off x="10593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3" name="Rectangle 732"/>
            <p:cNvSpPr/>
            <p:nvPr/>
          </p:nvSpPr>
          <p:spPr>
            <a:xfrm>
              <a:off x="10601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4" name="Rectangle 733"/>
            <p:cNvSpPr/>
            <p:nvPr/>
          </p:nvSpPr>
          <p:spPr>
            <a:xfrm>
              <a:off x="10666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35" name="Person146"/>
          <p:cNvGrpSpPr/>
          <p:nvPr/>
        </p:nvGrpSpPr>
        <p:grpSpPr>
          <a:xfrm>
            <a:off x="10783728" y="3810000"/>
            <a:ext cx="122872" cy="298989"/>
            <a:chOff x="10783728" y="3810000"/>
            <a:chExt cx="122872" cy="298989"/>
          </a:xfrm>
        </p:grpSpPr>
        <p:sp>
          <p:nvSpPr>
            <p:cNvPr id="736" name="Oval 735"/>
            <p:cNvSpPr/>
            <p:nvPr/>
          </p:nvSpPr>
          <p:spPr>
            <a:xfrm>
              <a:off x="10812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7" name="Rounded Rectangle 736"/>
            <p:cNvSpPr/>
            <p:nvPr/>
          </p:nvSpPr>
          <p:spPr>
            <a:xfrm>
              <a:off x="10783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8" name="Rectangle 737"/>
            <p:cNvSpPr/>
            <p:nvPr/>
          </p:nvSpPr>
          <p:spPr>
            <a:xfrm>
              <a:off x="10791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9" name="Rectangle 738"/>
            <p:cNvSpPr/>
            <p:nvPr/>
          </p:nvSpPr>
          <p:spPr>
            <a:xfrm>
              <a:off x="10857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40" name="Person147"/>
          <p:cNvGrpSpPr/>
          <p:nvPr/>
        </p:nvGrpSpPr>
        <p:grpSpPr>
          <a:xfrm>
            <a:off x="10974228" y="3810000"/>
            <a:ext cx="122872" cy="298989"/>
            <a:chOff x="10974228" y="3810000"/>
            <a:chExt cx="122872" cy="298989"/>
          </a:xfrm>
        </p:grpSpPr>
        <p:sp>
          <p:nvSpPr>
            <p:cNvPr id="741" name="Oval 740"/>
            <p:cNvSpPr/>
            <p:nvPr/>
          </p:nvSpPr>
          <p:spPr>
            <a:xfrm>
              <a:off x="11002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2" name="Rounded Rectangle 741"/>
            <p:cNvSpPr/>
            <p:nvPr/>
          </p:nvSpPr>
          <p:spPr>
            <a:xfrm>
              <a:off x="10974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3" name="Rectangle 742"/>
            <p:cNvSpPr/>
            <p:nvPr/>
          </p:nvSpPr>
          <p:spPr>
            <a:xfrm>
              <a:off x="10982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4" name="Rectangle 743"/>
            <p:cNvSpPr/>
            <p:nvPr/>
          </p:nvSpPr>
          <p:spPr>
            <a:xfrm>
              <a:off x="11047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45" name="Person148"/>
          <p:cNvGrpSpPr/>
          <p:nvPr/>
        </p:nvGrpSpPr>
        <p:grpSpPr>
          <a:xfrm>
            <a:off x="11164728" y="3810000"/>
            <a:ext cx="122872" cy="298989"/>
            <a:chOff x="11164728" y="3810000"/>
            <a:chExt cx="122872" cy="298989"/>
          </a:xfrm>
        </p:grpSpPr>
        <p:sp>
          <p:nvSpPr>
            <p:cNvPr id="746" name="Oval 745"/>
            <p:cNvSpPr/>
            <p:nvPr/>
          </p:nvSpPr>
          <p:spPr>
            <a:xfrm>
              <a:off x="11193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7" name="Rounded Rectangle 746"/>
            <p:cNvSpPr/>
            <p:nvPr/>
          </p:nvSpPr>
          <p:spPr>
            <a:xfrm>
              <a:off x="11164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8" name="Rectangle 747"/>
            <p:cNvSpPr/>
            <p:nvPr/>
          </p:nvSpPr>
          <p:spPr>
            <a:xfrm>
              <a:off x="11172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9" name="Rectangle 748"/>
            <p:cNvSpPr/>
            <p:nvPr/>
          </p:nvSpPr>
          <p:spPr>
            <a:xfrm>
              <a:off x="11238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0" name="Person149"/>
          <p:cNvGrpSpPr/>
          <p:nvPr/>
        </p:nvGrpSpPr>
        <p:grpSpPr>
          <a:xfrm>
            <a:off x="11355228" y="3810000"/>
            <a:ext cx="122872" cy="298989"/>
            <a:chOff x="11355228" y="3810000"/>
            <a:chExt cx="122872" cy="298989"/>
          </a:xfrm>
        </p:grpSpPr>
        <p:sp>
          <p:nvSpPr>
            <p:cNvPr id="751" name="Oval 750"/>
            <p:cNvSpPr/>
            <p:nvPr/>
          </p:nvSpPr>
          <p:spPr>
            <a:xfrm>
              <a:off x="11383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2" name="Rounded Rectangle 751"/>
            <p:cNvSpPr/>
            <p:nvPr/>
          </p:nvSpPr>
          <p:spPr>
            <a:xfrm>
              <a:off x="11355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3" name="Rectangle 752"/>
            <p:cNvSpPr/>
            <p:nvPr/>
          </p:nvSpPr>
          <p:spPr>
            <a:xfrm>
              <a:off x="11363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4" name="Rectangle 753"/>
            <p:cNvSpPr/>
            <p:nvPr/>
          </p:nvSpPr>
          <p:spPr>
            <a:xfrm>
              <a:off x="11428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5" name="Person150"/>
          <p:cNvGrpSpPr/>
          <p:nvPr/>
        </p:nvGrpSpPr>
        <p:grpSpPr>
          <a:xfrm>
            <a:off x="6783228" y="4210050"/>
            <a:ext cx="122872" cy="298989"/>
            <a:chOff x="6783228" y="4210050"/>
            <a:chExt cx="122872" cy="298989"/>
          </a:xfrm>
        </p:grpSpPr>
        <p:sp>
          <p:nvSpPr>
            <p:cNvPr id="756" name="Oval 755"/>
            <p:cNvSpPr/>
            <p:nvPr/>
          </p:nvSpPr>
          <p:spPr>
            <a:xfrm>
              <a:off x="6811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7" name="Rounded Rectangle 756"/>
            <p:cNvSpPr/>
            <p:nvPr/>
          </p:nvSpPr>
          <p:spPr>
            <a:xfrm>
              <a:off x="6783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8" name="Rectangle 757"/>
            <p:cNvSpPr/>
            <p:nvPr/>
          </p:nvSpPr>
          <p:spPr>
            <a:xfrm>
              <a:off x="6791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9" name="Rectangle 758"/>
            <p:cNvSpPr/>
            <p:nvPr/>
          </p:nvSpPr>
          <p:spPr>
            <a:xfrm>
              <a:off x="6856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60" name="Person151"/>
          <p:cNvGrpSpPr/>
          <p:nvPr/>
        </p:nvGrpSpPr>
        <p:grpSpPr>
          <a:xfrm>
            <a:off x="6973728" y="4210050"/>
            <a:ext cx="122872" cy="298989"/>
            <a:chOff x="6973728" y="4210050"/>
            <a:chExt cx="122872" cy="298989"/>
          </a:xfrm>
        </p:grpSpPr>
        <p:sp>
          <p:nvSpPr>
            <p:cNvPr id="761" name="Oval 760"/>
            <p:cNvSpPr/>
            <p:nvPr/>
          </p:nvSpPr>
          <p:spPr>
            <a:xfrm>
              <a:off x="70023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2" name="Rounded Rectangle 761"/>
            <p:cNvSpPr/>
            <p:nvPr/>
          </p:nvSpPr>
          <p:spPr>
            <a:xfrm>
              <a:off x="6973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3" name="Rectangle 762"/>
            <p:cNvSpPr/>
            <p:nvPr/>
          </p:nvSpPr>
          <p:spPr>
            <a:xfrm>
              <a:off x="6981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4" name="Rectangle 763"/>
            <p:cNvSpPr/>
            <p:nvPr/>
          </p:nvSpPr>
          <p:spPr>
            <a:xfrm>
              <a:off x="7047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65" name="Person152"/>
          <p:cNvGrpSpPr/>
          <p:nvPr/>
        </p:nvGrpSpPr>
        <p:grpSpPr>
          <a:xfrm>
            <a:off x="7164228" y="4210050"/>
            <a:ext cx="122872" cy="298989"/>
            <a:chOff x="7164228" y="4210050"/>
            <a:chExt cx="122872" cy="298989"/>
          </a:xfrm>
        </p:grpSpPr>
        <p:sp>
          <p:nvSpPr>
            <p:cNvPr id="766" name="Oval 765"/>
            <p:cNvSpPr/>
            <p:nvPr/>
          </p:nvSpPr>
          <p:spPr>
            <a:xfrm>
              <a:off x="7192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7" name="Rounded Rectangle 766"/>
            <p:cNvSpPr/>
            <p:nvPr/>
          </p:nvSpPr>
          <p:spPr>
            <a:xfrm>
              <a:off x="7164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8" name="Rectangle 767"/>
            <p:cNvSpPr/>
            <p:nvPr/>
          </p:nvSpPr>
          <p:spPr>
            <a:xfrm>
              <a:off x="7172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9" name="Rectangle 768"/>
            <p:cNvSpPr/>
            <p:nvPr/>
          </p:nvSpPr>
          <p:spPr>
            <a:xfrm>
              <a:off x="7237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70" name="Person153"/>
          <p:cNvGrpSpPr/>
          <p:nvPr/>
        </p:nvGrpSpPr>
        <p:grpSpPr>
          <a:xfrm>
            <a:off x="7354728" y="4210050"/>
            <a:ext cx="122872" cy="298989"/>
            <a:chOff x="7354728" y="4210050"/>
            <a:chExt cx="122872" cy="298989"/>
          </a:xfrm>
        </p:grpSpPr>
        <p:sp>
          <p:nvSpPr>
            <p:cNvPr id="771" name="Oval 770"/>
            <p:cNvSpPr/>
            <p:nvPr/>
          </p:nvSpPr>
          <p:spPr>
            <a:xfrm>
              <a:off x="7383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2" name="Rounded Rectangle 771"/>
            <p:cNvSpPr/>
            <p:nvPr/>
          </p:nvSpPr>
          <p:spPr>
            <a:xfrm>
              <a:off x="7354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3" name="Rectangle 772"/>
            <p:cNvSpPr/>
            <p:nvPr/>
          </p:nvSpPr>
          <p:spPr>
            <a:xfrm>
              <a:off x="7362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4" name="Rectangle 773"/>
            <p:cNvSpPr/>
            <p:nvPr/>
          </p:nvSpPr>
          <p:spPr>
            <a:xfrm>
              <a:off x="7428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75" name="Person154"/>
          <p:cNvGrpSpPr/>
          <p:nvPr/>
        </p:nvGrpSpPr>
        <p:grpSpPr>
          <a:xfrm>
            <a:off x="7545228" y="4210050"/>
            <a:ext cx="122872" cy="298989"/>
            <a:chOff x="7545228" y="4210050"/>
            <a:chExt cx="122872" cy="298989"/>
          </a:xfrm>
        </p:grpSpPr>
        <p:sp>
          <p:nvSpPr>
            <p:cNvPr id="776" name="Oval 775"/>
            <p:cNvSpPr/>
            <p:nvPr/>
          </p:nvSpPr>
          <p:spPr>
            <a:xfrm>
              <a:off x="7573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7" name="Rounded Rectangle 776"/>
            <p:cNvSpPr/>
            <p:nvPr/>
          </p:nvSpPr>
          <p:spPr>
            <a:xfrm>
              <a:off x="7545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8" name="Rectangle 777"/>
            <p:cNvSpPr/>
            <p:nvPr/>
          </p:nvSpPr>
          <p:spPr>
            <a:xfrm>
              <a:off x="7553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9" name="Rectangle 778"/>
            <p:cNvSpPr/>
            <p:nvPr/>
          </p:nvSpPr>
          <p:spPr>
            <a:xfrm>
              <a:off x="7618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80" name="Person155"/>
          <p:cNvGrpSpPr/>
          <p:nvPr/>
        </p:nvGrpSpPr>
        <p:grpSpPr>
          <a:xfrm>
            <a:off x="7735728" y="4210050"/>
            <a:ext cx="122872" cy="298989"/>
            <a:chOff x="7735728" y="4210050"/>
            <a:chExt cx="122872" cy="298989"/>
          </a:xfrm>
        </p:grpSpPr>
        <p:sp>
          <p:nvSpPr>
            <p:cNvPr id="781" name="Oval 780"/>
            <p:cNvSpPr/>
            <p:nvPr/>
          </p:nvSpPr>
          <p:spPr>
            <a:xfrm>
              <a:off x="77643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2" name="Rounded Rectangle 781"/>
            <p:cNvSpPr/>
            <p:nvPr/>
          </p:nvSpPr>
          <p:spPr>
            <a:xfrm>
              <a:off x="7735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3" name="Rectangle 782"/>
            <p:cNvSpPr/>
            <p:nvPr/>
          </p:nvSpPr>
          <p:spPr>
            <a:xfrm>
              <a:off x="7743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4" name="Rectangle 783"/>
            <p:cNvSpPr/>
            <p:nvPr/>
          </p:nvSpPr>
          <p:spPr>
            <a:xfrm>
              <a:off x="7809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85" name="Person156"/>
          <p:cNvGrpSpPr/>
          <p:nvPr/>
        </p:nvGrpSpPr>
        <p:grpSpPr>
          <a:xfrm>
            <a:off x="7926228" y="4210050"/>
            <a:ext cx="122872" cy="298989"/>
            <a:chOff x="7926228" y="4210050"/>
            <a:chExt cx="122872" cy="298989"/>
          </a:xfrm>
        </p:grpSpPr>
        <p:sp>
          <p:nvSpPr>
            <p:cNvPr id="786" name="Oval 785"/>
            <p:cNvSpPr/>
            <p:nvPr/>
          </p:nvSpPr>
          <p:spPr>
            <a:xfrm>
              <a:off x="7954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7" name="Rounded Rectangle 786"/>
            <p:cNvSpPr/>
            <p:nvPr/>
          </p:nvSpPr>
          <p:spPr>
            <a:xfrm>
              <a:off x="7926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8" name="Rectangle 787"/>
            <p:cNvSpPr/>
            <p:nvPr/>
          </p:nvSpPr>
          <p:spPr>
            <a:xfrm>
              <a:off x="7934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9" name="Rectangle 788"/>
            <p:cNvSpPr/>
            <p:nvPr/>
          </p:nvSpPr>
          <p:spPr>
            <a:xfrm>
              <a:off x="7999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90" name="Person157"/>
          <p:cNvGrpSpPr/>
          <p:nvPr/>
        </p:nvGrpSpPr>
        <p:grpSpPr>
          <a:xfrm>
            <a:off x="8116728" y="4210050"/>
            <a:ext cx="122872" cy="298989"/>
            <a:chOff x="8116728" y="4210050"/>
            <a:chExt cx="122872" cy="298989"/>
          </a:xfrm>
        </p:grpSpPr>
        <p:sp>
          <p:nvSpPr>
            <p:cNvPr id="791" name="Oval 790"/>
            <p:cNvSpPr/>
            <p:nvPr/>
          </p:nvSpPr>
          <p:spPr>
            <a:xfrm>
              <a:off x="8145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2" name="Rounded Rectangle 791"/>
            <p:cNvSpPr/>
            <p:nvPr/>
          </p:nvSpPr>
          <p:spPr>
            <a:xfrm>
              <a:off x="8116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3" name="Rectangle 792"/>
            <p:cNvSpPr/>
            <p:nvPr/>
          </p:nvSpPr>
          <p:spPr>
            <a:xfrm>
              <a:off x="8124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4" name="Rectangle 793"/>
            <p:cNvSpPr/>
            <p:nvPr/>
          </p:nvSpPr>
          <p:spPr>
            <a:xfrm>
              <a:off x="8190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95" name="Person158"/>
          <p:cNvGrpSpPr/>
          <p:nvPr/>
        </p:nvGrpSpPr>
        <p:grpSpPr>
          <a:xfrm>
            <a:off x="8307228" y="4210050"/>
            <a:ext cx="122872" cy="298989"/>
            <a:chOff x="8307228" y="4210050"/>
            <a:chExt cx="122872" cy="298989"/>
          </a:xfrm>
        </p:grpSpPr>
        <p:sp>
          <p:nvSpPr>
            <p:cNvPr id="796" name="Oval 795"/>
            <p:cNvSpPr/>
            <p:nvPr/>
          </p:nvSpPr>
          <p:spPr>
            <a:xfrm>
              <a:off x="83358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7" name="Rounded Rectangle 796"/>
            <p:cNvSpPr/>
            <p:nvPr/>
          </p:nvSpPr>
          <p:spPr>
            <a:xfrm>
              <a:off x="8307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8" name="Rectangle 797"/>
            <p:cNvSpPr/>
            <p:nvPr/>
          </p:nvSpPr>
          <p:spPr>
            <a:xfrm>
              <a:off x="8315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9" name="Rectangle 798"/>
            <p:cNvSpPr/>
            <p:nvPr/>
          </p:nvSpPr>
          <p:spPr>
            <a:xfrm>
              <a:off x="8380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0" name="Person159"/>
          <p:cNvGrpSpPr/>
          <p:nvPr/>
        </p:nvGrpSpPr>
        <p:grpSpPr>
          <a:xfrm>
            <a:off x="8497728" y="4210050"/>
            <a:ext cx="122872" cy="298989"/>
            <a:chOff x="8497728" y="4210050"/>
            <a:chExt cx="122872" cy="298989"/>
          </a:xfrm>
        </p:grpSpPr>
        <p:sp>
          <p:nvSpPr>
            <p:cNvPr id="801" name="Oval 800"/>
            <p:cNvSpPr/>
            <p:nvPr/>
          </p:nvSpPr>
          <p:spPr>
            <a:xfrm>
              <a:off x="8526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2" name="Rounded Rectangle 801"/>
            <p:cNvSpPr/>
            <p:nvPr/>
          </p:nvSpPr>
          <p:spPr>
            <a:xfrm>
              <a:off x="8497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3" name="Rectangle 802"/>
            <p:cNvSpPr/>
            <p:nvPr/>
          </p:nvSpPr>
          <p:spPr>
            <a:xfrm>
              <a:off x="8505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4" name="Rectangle 803"/>
            <p:cNvSpPr/>
            <p:nvPr/>
          </p:nvSpPr>
          <p:spPr>
            <a:xfrm>
              <a:off x="8571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5" name="Person160"/>
          <p:cNvGrpSpPr/>
          <p:nvPr/>
        </p:nvGrpSpPr>
        <p:grpSpPr>
          <a:xfrm>
            <a:off x="8688228" y="4210050"/>
            <a:ext cx="122872" cy="298989"/>
            <a:chOff x="8688228" y="4210050"/>
            <a:chExt cx="122872" cy="298989"/>
          </a:xfrm>
        </p:grpSpPr>
        <p:sp>
          <p:nvSpPr>
            <p:cNvPr id="806" name="Oval 805"/>
            <p:cNvSpPr/>
            <p:nvPr/>
          </p:nvSpPr>
          <p:spPr>
            <a:xfrm>
              <a:off x="8716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7" name="Rounded Rectangle 806"/>
            <p:cNvSpPr/>
            <p:nvPr/>
          </p:nvSpPr>
          <p:spPr>
            <a:xfrm>
              <a:off x="8688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8" name="Rectangle 807"/>
            <p:cNvSpPr/>
            <p:nvPr/>
          </p:nvSpPr>
          <p:spPr>
            <a:xfrm>
              <a:off x="8696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9" name="Rectangle 808"/>
            <p:cNvSpPr/>
            <p:nvPr/>
          </p:nvSpPr>
          <p:spPr>
            <a:xfrm>
              <a:off x="8761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0" name="Person161"/>
          <p:cNvGrpSpPr/>
          <p:nvPr/>
        </p:nvGrpSpPr>
        <p:grpSpPr>
          <a:xfrm>
            <a:off x="8878728" y="4210050"/>
            <a:ext cx="122872" cy="298989"/>
            <a:chOff x="8878728" y="4210050"/>
            <a:chExt cx="122872" cy="298989"/>
          </a:xfrm>
        </p:grpSpPr>
        <p:sp>
          <p:nvSpPr>
            <p:cNvPr id="811" name="Oval 810"/>
            <p:cNvSpPr/>
            <p:nvPr/>
          </p:nvSpPr>
          <p:spPr>
            <a:xfrm>
              <a:off x="8907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2" name="Rounded Rectangle 811"/>
            <p:cNvSpPr/>
            <p:nvPr/>
          </p:nvSpPr>
          <p:spPr>
            <a:xfrm>
              <a:off x="8878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3" name="Rectangle 812"/>
            <p:cNvSpPr/>
            <p:nvPr/>
          </p:nvSpPr>
          <p:spPr>
            <a:xfrm>
              <a:off x="8886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4" name="Rectangle 813"/>
            <p:cNvSpPr/>
            <p:nvPr/>
          </p:nvSpPr>
          <p:spPr>
            <a:xfrm>
              <a:off x="8952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5" name="Person162"/>
          <p:cNvGrpSpPr/>
          <p:nvPr/>
        </p:nvGrpSpPr>
        <p:grpSpPr>
          <a:xfrm>
            <a:off x="9069228" y="4210050"/>
            <a:ext cx="122872" cy="298989"/>
            <a:chOff x="9069228" y="4210050"/>
            <a:chExt cx="122872" cy="298989"/>
          </a:xfrm>
        </p:grpSpPr>
        <p:sp>
          <p:nvSpPr>
            <p:cNvPr id="816" name="Oval 815"/>
            <p:cNvSpPr/>
            <p:nvPr/>
          </p:nvSpPr>
          <p:spPr>
            <a:xfrm>
              <a:off x="9097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7" name="Rounded Rectangle 816"/>
            <p:cNvSpPr/>
            <p:nvPr/>
          </p:nvSpPr>
          <p:spPr>
            <a:xfrm>
              <a:off x="9069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8" name="Rectangle 817"/>
            <p:cNvSpPr/>
            <p:nvPr/>
          </p:nvSpPr>
          <p:spPr>
            <a:xfrm>
              <a:off x="9077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9" name="Rectangle 818"/>
            <p:cNvSpPr/>
            <p:nvPr/>
          </p:nvSpPr>
          <p:spPr>
            <a:xfrm>
              <a:off x="9142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20" name="Person163"/>
          <p:cNvGrpSpPr/>
          <p:nvPr/>
        </p:nvGrpSpPr>
        <p:grpSpPr>
          <a:xfrm>
            <a:off x="9259728" y="4210050"/>
            <a:ext cx="122872" cy="298989"/>
            <a:chOff x="9259728" y="4210050"/>
            <a:chExt cx="122872" cy="298989"/>
          </a:xfrm>
        </p:grpSpPr>
        <p:sp>
          <p:nvSpPr>
            <p:cNvPr id="821" name="Oval 820"/>
            <p:cNvSpPr/>
            <p:nvPr/>
          </p:nvSpPr>
          <p:spPr>
            <a:xfrm>
              <a:off x="9288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2" name="Rounded Rectangle 821"/>
            <p:cNvSpPr/>
            <p:nvPr/>
          </p:nvSpPr>
          <p:spPr>
            <a:xfrm>
              <a:off x="9259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3" name="Rectangle 822"/>
            <p:cNvSpPr/>
            <p:nvPr/>
          </p:nvSpPr>
          <p:spPr>
            <a:xfrm>
              <a:off x="9267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4" name="Rectangle 823"/>
            <p:cNvSpPr/>
            <p:nvPr/>
          </p:nvSpPr>
          <p:spPr>
            <a:xfrm>
              <a:off x="9333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25" name="Person164"/>
          <p:cNvGrpSpPr/>
          <p:nvPr/>
        </p:nvGrpSpPr>
        <p:grpSpPr>
          <a:xfrm>
            <a:off x="9450228" y="4210050"/>
            <a:ext cx="122872" cy="298989"/>
            <a:chOff x="9450228" y="4210050"/>
            <a:chExt cx="122872" cy="298989"/>
          </a:xfrm>
        </p:grpSpPr>
        <p:sp>
          <p:nvSpPr>
            <p:cNvPr id="826" name="Oval 825"/>
            <p:cNvSpPr/>
            <p:nvPr/>
          </p:nvSpPr>
          <p:spPr>
            <a:xfrm>
              <a:off x="9478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7" name="Rounded Rectangle 826"/>
            <p:cNvSpPr/>
            <p:nvPr/>
          </p:nvSpPr>
          <p:spPr>
            <a:xfrm>
              <a:off x="9450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8" name="Rectangle 827"/>
            <p:cNvSpPr/>
            <p:nvPr/>
          </p:nvSpPr>
          <p:spPr>
            <a:xfrm>
              <a:off x="9458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9" name="Rectangle 828"/>
            <p:cNvSpPr/>
            <p:nvPr/>
          </p:nvSpPr>
          <p:spPr>
            <a:xfrm>
              <a:off x="9523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30" name="Person165"/>
          <p:cNvGrpSpPr/>
          <p:nvPr/>
        </p:nvGrpSpPr>
        <p:grpSpPr>
          <a:xfrm>
            <a:off x="9640728" y="4210050"/>
            <a:ext cx="122872" cy="298989"/>
            <a:chOff x="9640728" y="4210050"/>
            <a:chExt cx="122872" cy="298989"/>
          </a:xfrm>
        </p:grpSpPr>
        <p:sp>
          <p:nvSpPr>
            <p:cNvPr id="831" name="Oval 830"/>
            <p:cNvSpPr/>
            <p:nvPr/>
          </p:nvSpPr>
          <p:spPr>
            <a:xfrm>
              <a:off x="9669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2" name="Rounded Rectangle 831"/>
            <p:cNvSpPr/>
            <p:nvPr/>
          </p:nvSpPr>
          <p:spPr>
            <a:xfrm>
              <a:off x="9640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3" name="Rectangle 832"/>
            <p:cNvSpPr/>
            <p:nvPr/>
          </p:nvSpPr>
          <p:spPr>
            <a:xfrm>
              <a:off x="9648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4" name="Rectangle 833"/>
            <p:cNvSpPr/>
            <p:nvPr/>
          </p:nvSpPr>
          <p:spPr>
            <a:xfrm>
              <a:off x="9714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35" name="Person166"/>
          <p:cNvGrpSpPr/>
          <p:nvPr/>
        </p:nvGrpSpPr>
        <p:grpSpPr>
          <a:xfrm>
            <a:off x="9831228" y="4210050"/>
            <a:ext cx="122872" cy="298989"/>
            <a:chOff x="9831228" y="4210050"/>
            <a:chExt cx="122872" cy="298989"/>
          </a:xfrm>
        </p:grpSpPr>
        <p:sp>
          <p:nvSpPr>
            <p:cNvPr id="836" name="Oval 835"/>
            <p:cNvSpPr/>
            <p:nvPr/>
          </p:nvSpPr>
          <p:spPr>
            <a:xfrm>
              <a:off x="9859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7" name="Rounded Rectangle 836"/>
            <p:cNvSpPr/>
            <p:nvPr/>
          </p:nvSpPr>
          <p:spPr>
            <a:xfrm>
              <a:off x="9831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8" name="Rectangle 837"/>
            <p:cNvSpPr/>
            <p:nvPr/>
          </p:nvSpPr>
          <p:spPr>
            <a:xfrm>
              <a:off x="9839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9" name="Rectangle 838"/>
            <p:cNvSpPr/>
            <p:nvPr/>
          </p:nvSpPr>
          <p:spPr>
            <a:xfrm>
              <a:off x="9904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40" name="Person167"/>
          <p:cNvGrpSpPr/>
          <p:nvPr/>
        </p:nvGrpSpPr>
        <p:grpSpPr>
          <a:xfrm>
            <a:off x="10021728" y="4210050"/>
            <a:ext cx="122872" cy="298989"/>
            <a:chOff x="10021728" y="4210050"/>
            <a:chExt cx="122872" cy="298989"/>
          </a:xfrm>
        </p:grpSpPr>
        <p:sp>
          <p:nvSpPr>
            <p:cNvPr id="841" name="Oval 840"/>
            <p:cNvSpPr/>
            <p:nvPr/>
          </p:nvSpPr>
          <p:spPr>
            <a:xfrm>
              <a:off x="10050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2" name="Rounded Rectangle 841"/>
            <p:cNvSpPr/>
            <p:nvPr/>
          </p:nvSpPr>
          <p:spPr>
            <a:xfrm>
              <a:off x="10021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3" name="Rectangle 842"/>
            <p:cNvSpPr/>
            <p:nvPr/>
          </p:nvSpPr>
          <p:spPr>
            <a:xfrm>
              <a:off x="10029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4" name="Rectangle 843"/>
            <p:cNvSpPr/>
            <p:nvPr/>
          </p:nvSpPr>
          <p:spPr>
            <a:xfrm>
              <a:off x="10095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45" name="Person168"/>
          <p:cNvGrpSpPr/>
          <p:nvPr/>
        </p:nvGrpSpPr>
        <p:grpSpPr>
          <a:xfrm>
            <a:off x="10212228" y="4210050"/>
            <a:ext cx="122872" cy="298989"/>
            <a:chOff x="10212228" y="4210050"/>
            <a:chExt cx="122872" cy="298989"/>
          </a:xfrm>
        </p:grpSpPr>
        <p:sp>
          <p:nvSpPr>
            <p:cNvPr id="846" name="Oval 845"/>
            <p:cNvSpPr/>
            <p:nvPr/>
          </p:nvSpPr>
          <p:spPr>
            <a:xfrm>
              <a:off x="10240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7" name="Rounded Rectangle 846"/>
            <p:cNvSpPr/>
            <p:nvPr/>
          </p:nvSpPr>
          <p:spPr>
            <a:xfrm>
              <a:off x="10212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8" name="Rectangle 847"/>
            <p:cNvSpPr/>
            <p:nvPr/>
          </p:nvSpPr>
          <p:spPr>
            <a:xfrm>
              <a:off x="10220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9" name="Rectangle 848"/>
            <p:cNvSpPr/>
            <p:nvPr/>
          </p:nvSpPr>
          <p:spPr>
            <a:xfrm>
              <a:off x="10285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0" name="Person169"/>
          <p:cNvGrpSpPr/>
          <p:nvPr/>
        </p:nvGrpSpPr>
        <p:grpSpPr>
          <a:xfrm>
            <a:off x="10402728" y="4210050"/>
            <a:ext cx="122872" cy="298989"/>
            <a:chOff x="10402728" y="4210050"/>
            <a:chExt cx="122872" cy="298989"/>
          </a:xfrm>
        </p:grpSpPr>
        <p:sp>
          <p:nvSpPr>
            <p:cNvPr id="851" name="Oval 850"/>
            <p:cNvSpPr/>
            <p:nvPr/>
          </p:nvSpPr>
          <p:spPr>
            <a:xfrm>
              <a:off x="10431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2" name="Rounded Rectangle 851"/>
            <p:cNvSpPr/>
            <p:nvPr/>
          </p:nvSpPr>
          <p:spPr>
            <a:xfrm>
              <a:off x="10402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3" name="Rectangle 852"/>
            <p:cNvSpPr/>
            <p:nvPr/>
          </p:nvSpPr>
          <p:spPr>
            <a:xfrm>
              <a:off x="10410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4" name="Rectangle 853"/>
            <p:cNvSpPr/>
            <p:nvPr/>
          </p:nvSpPr>
          <p:spPr>
            <a:xfrm>
              <a:off x="10476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5" name="Person170"/>
          <p:cNvGrpSpPr/>
          <p:nvPr/>
        </p:nvGrpSpPr>
        <p:grpSpPr>
          <a:xfrm>
            <a:off x="10593228" y="4210050"/>
            <a:ext cx="122872" cy="298989"/>
            <a:chOff x="10593228" y="4210050"/>
            <a:chExt cx="122872" cy="298989"/>
          </a:xfrm>
        </p:grpSpPr>
        <p:sp>
          <p:nvSpPr>
            <p:cNvPr id="856" name="Oval 855"/>
            <p:cNvSpPr/>
            <p:nvPr/>
          </p:nvSpPr>
          <p:spPr>
            <a:xfrm>
              <a:off x="10621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7" name="Rounded Rectangle 856"/>
            <p:cNvSpPr/>
            <p:nvPr/>
          </p:nvSpPr>
          <p:spPr>
            <a:xfrm>
              <a:off x="10593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8" name="Rectangle 857"/>
            <p:cNvSpPr/>
            <p:nvPr/>
          </p:nvSpPr>
          <p:spPr>
            <a:xfrm>
              <a:off x="10601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9" name="Rectangle 858"/>
            <p:cNvSpPr/>
            <p:nvPr/>
          </p:nvSpPr>
          <p:spPr>
            <a:xfrm>
              <a:off x="10666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60" name="Person171"/>
          <p:cNvGrpSpPr/>
          <p:nvPr/>
        </p:nvGrpSpPr>
        <p:grpSpPr>
          <a:xfrm>
            <a:off x="10783728" y="4210050"/>
            <a:ext cx="122872" cy="298989"/>
            <a:chOff x="10783728" y="4210050"/>
            <a:chExt cx="122872" cy="298989"/>
          </a:xfrm>
        </p:grpSpPr>
        <p:sp>
          <p:nvSpPr>
            <p:cNvPr id="861" name="Oval 860"/>
            <p:cNvSpPr/>
            <p:nvPr/>
          </p:nvSpPr>
          <p:spPr>
            <a:xfrm>
              <a:off x="10812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2" name="Rounded Rectangle 861"/>
            <p:cNvSpPr/>
            <p:nvPr/>
          </p:nvSpPr>
          <p:spPr>
            <a:xfrm>
              <a:off x="10783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3" name="Rectangle 862"/>
            <p:cNvSpPr/>
            <p:nvPr/>
          </p:nvSpPr>
          <p:spPr>
            <a:xfrm>
              <a:off x="10791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4" name="Rectangle 863"/>
            <p:cNvSpPr/>
            <p:nvPr/>
          </p:nvSpPr>
          <p:spPr>
            <a:xfrm>
              <a:off x="10857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65" name="Person172"/>
          <p:cNvGrpSpPr/>
          <p:nvPr/>
        </p:nvGrpSpPr>
        <p:grpSpPr>
          <a:xfrm>
            <a:off x="10974228" y="4210050"/>
            <a:ext cx="122872" cy="298989"/>
            <a:chOff x="10974228" y="4210050"/>
            <a:chExt cx="122872" cy="298989"/>
          </a:xfrm>
        </p:grpSpPr>
        <p:sp>
          <p:nvSpPr>
            <p:cNvPr id="866" name="Oval 865"/>
            <p:cNvSpPr/>
            <p:nvPr/>
          </p:nvSpPr>
          <p:spPr>
            <a:xfrm>
              <a:off x="11002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7" name="Rounded Rectangle 866"/>
            <p:cNvSpPr/>
            <p:nvPr/>
          </p:nvSpPr>
          <p:spPr>
            <a:xfrm>
              <a:off x="10974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8" name="Rectangle 867"/>
            <p:cNvSpPr/>
            <p:nvPr/>
          </p:nvSpPr>
          <p:spPr>
            <a:xfrm>
              <a:off x="10982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9" name="Rectangle 868"/>
            <p:cNvSpPr/>
            <p:nvPr/>
          </p:nvSpPr>
          <p:spPr>
            <a:xfrm>
              <a:off x="11047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70" name="Person173"/>
          <p:cNvGrpSpPr/>
          <p:nvPr/>
        </p:nvGrpSpPr>
        <p:grpSpPr>
          <a:xfrm>
            <a:off x="11164728" y="4210050"/>
            <a:ext cx="122872" cy="298989"/>
            <a:chOff x="11164728" y="4210050"/>
            <a:chExt cx="122872" cy="298989"/>
          </a:xfrm>
        </p:grpSpPr>
        <p:sp>
          <p:nvSpPr>
            <p:cNvPr id="871" name="Oval 870"/>
            <p:cNvSpPr/>
            <p:nvPr/>
          </p:nvSpPr>
          <p:spPr>
            <a:xfrm>
              <a:off x="11193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2" name="Rounded Rectangle 871"/>
            <p:cNvSpPr/>
            <p:nvPr/>
          </p:nvSpPr>
          <p:spPr>
            <a:xfrm>
              <a:off x="11164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3" name="Rectangle 872"/>
            <p:cNvSpPr/>
            <p:nvPr/>
          </p:nvSpPr>
          <p:spPr>
            <a:xfrm>
              <a:off x="11172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4" name="Rectangle 873"/>
            <p:cNvSpPr/>
            <p:nvPr/>
          </p:nvSpPr>
          <p:spPr>
            <a:xfrm>
              <a:off x="11238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75" name="Person174"/>
          <p:cNvGrpSpPr/>
          <p:nvPr/>
        </p:nvGrpSpPr>
        <p:grpSpPr>
          <a:xfrm>
            <a:off x="11355228" y="4210050"/>
            <a:ext cx="122872" cy="298989"/>
            <a:chOff x="11355228" y="4210050"/>
            <a:chExt cx="122872" cy="298989"/>
          </a:xfrm>
        </p:grpSpPr>
        <p:sp>
          <p:nvSpPr>
            <p:cNvPr id="876" name="Oval 875"/>
            <p:cNvSpPr/>
            <p:nvPr/>
          </p:nvSpPr>
          <p:spPr>
            <a:xfrm>
              <a:off x="11383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7" name="Rounded Rectangle 876"/>
            <p:cNvSpPr/>
            <p:nvPr/>
          </p:nvSpPr>
          <p:spPr>
            <a:xfrm>
              <a:off x="11355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8" name="Rectangle 877"/>
            <p:cNvSpPr/>
            <p:nvPr/>
          </p:nvSpPr>
          <p:spPr>
            <a:xfrm>
              <a:off x="11363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9" name="Rectangle 878"/>
            <p:cNvSpPr/>
            <p:nvPr/>
          </p:nvSpPr>
          <p:spPr>
            <a:xfrm>
              <a:off x="11428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80" name="Person175"/>
          <p:cNvGrpSpPr/>
          <p:nvPr/>
        </p:nvGrpSpPr>
        <p:grpSpPr>
          <a:xfrm>
            <a:off x="6783228" y="4610100"/>
            <a:ext cx="122872" cy="298989"/>
            <a:chOff x="6783228" y="4610100"/>
            <a:chExt cx="122872" cy="298989"/>
          </a:xfrm>
        </p:grpSpPr>
        <p:sp>
          <p:nvSpPr>
            <p:cNvPr id="881" name="Oval 880"/>
            <p:cNvSpPr/>
            <p:nvPr/>
          </p:nvSpPr>
          <p:spPr>
            <a:xfrm>
              <a:off x="6811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2" name="Rounded Rectangle 881"/>
            <p:cNvSpPr/>
            <p:nvPr/>
          </p:nvSpPr>
          <p:spPr>
            <a:xfrm>
              <a:off x="6783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3" name="Rectangle 882"/>
            <p:cNvSpPr/>
            <p:nvPr/>
          </p:nvSpPr>
          <p:spPr>
            <a:xfrm>
              <a:off x="6791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4" name="Rectangle 883"/>
            <p:cNvSpPr/>
            <p:nvPr/>
          </p:nvSpPr>
          <p:spPr>
            <a:xfrm>
              <a:off x="6856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85" name="Person176"/>
          <p:cNvGrpSpPr/>
          <p:nvPr/>
        </p:nvGrpSpPr>
        <p:grpSpPr>
          <a:xfrm>
            <a:off x="6973728" y="4610100"/>
            <a:ext cx="122872" cy="298989"/>
            <a:chOff x="6973728" y="4610100"/>
            <a:chExt cx="122872" cy="298989"/>
          </a:xfrm>
        </p:grpSpPr>
        <p:sp>
          <p:nvSpPr>
            <p:cNvPr id="886" name="Oval 885"/>
            <p:cNvSpPr/>
            <p:nvPr/>
          </p:nvSpPr>
          <p:spPr>
            <a:xfrm>
              <a:off x="70023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7" name="Rounded Rectangle 886"/>
            <p:cNvSpPr/>
            <p:nvPr/>
          </p:nvSpPr>
          <p:spPr>
            <a:xfrm>
              <a:off x="6973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8" name="Rectangle 887"/>
            <p:cNvSpPr/>
            <p:nvPr/>
          </p:nvSpPr>
          <p:spPr>
            <a:xfrm>
              <a:off x="6981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9" name="Rectangle 888"/>
            <p:cNvSpPr/>
            <p:nvPr/>
          </p:nvSpPr>
          <p:spPr>
            <a:xfrm>
              <a:off x="7047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90" name="Person177"/>
          <p:cNvGrpSpPr/>
          <p:nvPr/>
        </p:nvGrpSpPr>
        <p:grpSpPr>
          <a:xfrm>
            <a:off x="7164228" y="4610100"/>
            <a:ext cx="122872" cy="298989"/>
            <a:chOff x="7164228" y="4610100"/>
            <a:chExt cx="122872" cy="298989"/>
          </a:xfrm>
        </p:grpSpPr>
        <p:sp>
          <p:nvSpPr>
            <p:cNvPr id="891" name="Oval 890"/>
            <p:cNvSpPr/>
            <p:nvPr/>
          </p:nvSpPr>
          <p:spPr>
            <a:xfrm>
              <a:off x="7192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2" name="Rounded Rectangle 891"/>
            <p:cNvSpPr/>
            <p:nvPr/>
          </p:nvSpPr>
          <p:spPr>
            <a:xfrm>
              <a:off x="7164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3" name="Rectangle 892"/>
            <p:cNvSpPr/>
            <p:nvPr/>
          </p:nvSpPr>
          <p:spPr>
            <a:xfrm>
              <a:off x="7172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4" name="Rectangle 893"/>
            <p:cNvSpPr/>
            <p:nvPr/>
          </p:nvSpPr>
          <p:spPr>
            <a:xfrm>
              <a:off x="7237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95" name="Person178"/>
          <p:cNvGrpSpPr/>
          <p:nvPr/>
        </p:nvGrpSpPr>
        <p:grpSpPr>
          <a:xfrm>
            <a:off x="7354728" y="4610100"/>
            <a:ext cx="122872" cy="298989"/>
            <a:chOff x="7354728" y="4610100"/>
            <a:chExt cx="122872" cy="298989"/>
          </a:xfrm>
        </p:grpSpPr>
        <p:sp>
          <p:nvSpPr>
            <p:cNvPr id="896" name="Oval 895"/>
            <p:cNvSpPr/>
            <p:nvPr/>
          </p:nvSpPr>
          <p:spPr>
            <a:xfrm>
              <a:off x="7383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7" name="Rounded Rectangle 896"/>
            <p:cNvSpPr/>
            <p:nvPr/>
          </p:nvSpPr>
          <p:spPr>
            <a:xfrm>
              <a:off x="7354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8" name="Rectangle 897"/>
            <p:cNvSpPr/>
            <p:nvPr/>
          </p:nvSpPr>
          <p:spPr>
            <a:xfrm>
              <a:off x="7362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9" name="Rectangle 898"/>
            <p:cNvSpPr/>
            <p:nvPr/>
          </p:nvSpPr>
          <p:spPr>
            <a:xfrm>
              <a:off x="7428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0" name="Person179"/>
          <p:cNvGrpSpPr/>
          <p:nvPr/>
        </p:nvGrpSpPr>
        <p:grpSpPr>
          <a:xfrm>
            <a:off x="7545228" y="4610100"/>
            <a:ext cx="122872" cy="298989"/>
            <a:chOff x="7545228" y="4610100"/>
            <a:chExt cx="122872" cy="298989"/>
          </a:xfrm>
        </p:grpSpPr>
        <p:sp>
          <p:nvSpPr>
            <p:cNvPr id="901" name="Oval 900"/>
            <p:cNvSpPr/>
            <p:nvPr/>
          </p:nvSpPr>
          <p:spPr>
            <a:xfrm>
              <a:off x="7573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2" name="Rounded Rectangle 901"/>
            <p:cNvSpPr/>
            <p:nvPr/>
          </p:nvSpPr>
          <p:spPr>
            <a:xfrm>
              <a:off x="7545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3" name="Rectangle 902"/>
            <p:cNvSpPr/>
            <p:nvPr/>
          </p:nvSpPr>
          <p:spPr>
            <a:xfrm>
              <a:off x="7553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4" name="Rectangle 903"/>
            <p:cNvSpPr/>
            <p:nvPr/>
          </p:nvSpPr>
          <p:spPr>
            <a:xfrm>
              <a:off x="7618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5" name="Person180"/>
          <p:cNvGrpSpPr/>
          <p:nvPr/>
        </p:nvGrpSpPr>
        <p:grpSpPr>
          <a:xfrm>
            <a:off x="7735728" y="4610100"/>
            <a:ext cx="122872" cy="298989"/>
            <a:chOff x="7735728" y="4610100"/>
            <a:chExt cx="122872" cy="298989"/>
          </a:xfrm>
        </p:grpSpPr>
        <p:sp>
          <p:nvSpPr>
            <p:cNvPr id="906" name="Oval 905"/>
            <p:cNvSpPr/>
            <p:nvPr/>
          </p:nvSpPr>
          <p:spPr>
            <a:xfrm>
              <a:off x="77643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7" name="Rounded Rectangle 906"/>
            <p:cNvSpPr/>
            <p:nvPr/>
          </p:nvSpPr>
          <p:spPr>
            <a:xfrm>
              <a:off x="7735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8" name="Rectangle 907"/>
            <p:cNvSpPr/>
            <p:nvPr/>
          </p:nvSpPr>
          <p:spPr>
            <a:xfrm>
              <a:off x="7743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9" name="Rectangle 908"/>
            <p:cNvSpPr/>
            <p:nvPr/>
          </p:nvSpPr>
          <p:spPr>
            <a:xfrm>
              <a:off x="7809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10" name="Person181"/>
          <p:cNvGrpSpPr/>
          <p:nvPr/>
        </p:nvGrpSpPr>
        <p:grpSpPr>
          <a:xfrm>
            <a:off x="7926228" y="4610100"/>
            <a:ext cx="122872" cy="298989"/>
            <a:chOff x="7926228" y="4610100"/>
            <a:chExt cx="122872" cy="298989"/>
          </a:xfrm>
        </p:grpSpPr>
        <p:sp>
          <p:nvSpPr>
            <p:cNvPr id="911" name="Oval 910"/>
            <p:cNvSpPr/>
            <p:nvPr/>
          </p:nvSpPr>
          <p:spPr>
            <a:xfrm>
              <a:off x="7954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2" name="Rounded Rectangle 911"/>
            <p:cNvSpPr/>
            <p:nvPr/>
          </p:nvSpPr>
          <p:spPr>
            <a:xfrm>
              <a:off x="7926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3" name="Rectangle 912"/>
            <p:cNvSpPr/>
            <p:nvPr/>
          </p:nvSpPr>
          <p:spPr>
            <a:xfrm>
              <a:off x="7934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4" name="Rectangle 913"/>
            <p:cNvSpPr/>
            <p:nvPr/>
          </p:nvSpPr>
          <p:spPr>
            <a:xfrm>
              <a:off x="7999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15" name="Person182"/>
          <p:cNvGrpSpPr/>
          <p:nvPr/>
        </p:nvGrpSpPr>
        <p:grpSpPr>
          <a:xfrm>
            <a:off x="8116728" y="4610100"/>
            <a:ext cx="122872" cy="298989"/>
            <a:chOff x="8116728" y="4610100"/>
            <a:chExt cx="122872" cy="298989"/>
          </a:xfrm>
        </p:grpSpPr>
        <p:sp>
          <p:nvSpPr>
            <p:cNvPr id="916" name="Oval 915"/>
            <p:cNvSpPr/>
            <p:nvPr/>
          </p:nvSpPr>
          <p:spPr>
            <a:xfrm>
              <a:off x="8145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7" name="Rounded Rectangle 916"/>
            <p:cNvSpPr/>
            <p:nvPr/>
          </p:nvSpPr>
          <p:spPr>
            <a:xfrm>
              <a:off x="8116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8" name="Rectangle 917"/>
            <p:cNvSpPr/>
            <p:nvPr/>
          </p:nvSpPr>
          <p:spPr>
            <a:xfrm>
              <a:off x="8124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9" name="Rectangle 918"/>
            <p:cNvSpPr/>
            <p:nvPr/>
          </p:nvSpPr>
          <p:spPr>
            <a:xfrm>
              <a:off x="8190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20" name="Person183"/>
          <p:cNvGrpSpPr/>
          <p:nvPr/>
        </p:nvGrpSpPr>
        <p:grpSpPr>
          <a:xfrm>
            <a:off x="8307228" y="4610100"/>
            <a:ext cx="122872" cy="298989"/>
            <a:chOff x="8307228" y="4610100"/>
            <a:chExt cx="122872" cy="298989"/>
          </a:xfrm>
        </p:grpSpPr>
        <p:sp>
          <p:nvSpPr>
            <p:cNvPr id="921" name="Oval 920"/>
            <p:cNvSpPr/>
            <p:nvPr/>
          </p:nvSpPr>
          <p:spPr>
            <a:xfrm>
              <a:off x="83358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2" name="Rounded Rectangle 921"/>
            <p:cNvSpPr/>
            <p:nvPr/>
          </p:nvSpPr>
          <p:spPr>
            <a:xfrm>
              <a:off x="8307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3" name="Rectangle 922"/>
            <p:cNvSpPr/>
            <p:nvPr/>
          </p:nvSpPr>
          <p:spPr>
            <a:xfrm>
              <a:off x="8315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4" name="Rectangle 923"/>
            <p:cNvSpPr/>
            <p:nvPr/>
          </p:nvSpPr>
          <p:spPr>
            <a:xfrm>
              <a:off x="8380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25" name="Person184"/>
          <p:cNvGrpSpPr/>
          <p:nvPr/>
        </p:nvGrpSpPr>
        <p:grpSpPr>
          <a:xfrm>
            <a:off x="8497728" y="4610100"/>
            <a:ext cx="122872" cy="298989"/>
            <a:chOff x="8497728" y="4610100"/>
            <a:chExt cx="122872" cy="298989"/>
          </a:xfrm>
        </p:grpSpPr>
        <p:sp>
          <p:nvSpPr>
            <p:cNvPr id="926" name="Oval 925"/>
            <p:cNvSpPr/>
            <p:nvPr/>
          </p:nvSpPr>
          <p:spPr>
            <a:xfrm>
              <a:off x="8526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7" name="Rounded Rectangle 926"/>
            <p:cNvSpPr/>
            <p:nvPr/>
          </p:nvSpPr>
          <p:spPr>
            <a:xfrm>
              <a:off x="8497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8" name="Rectangle 927"/>
            <p:cNvSpPr/>
            <p:nvPr/>
          </p:nvSpPr>
          <p:spPr>
            <a:xfrm>
              <a:off x="8505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9" name="Rectangle 928"/>
            <p:cNvSpPr/>
            <p:nvPr/>
          </p:nvSpPr>
          <p:spPr>
            <a:xfrm>
              <a:off x="8571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30" name="Person185"/>
          <p:cNvGrpSpPr/>
          <p:nvPr/>
        </p:nvGrpSpPr>
        <p:grpSpPr>
          <a:xfrm>
            <a:off x="8688228" y="4610100"/>
            <a:ext cx="122872" cy="298989"/>
            <a:chOff x="8688228" y="4610100"/>
            <a:chExt cx="122872" cy="298989"/>
          </a:xfrm>
        </p:grpSpPr>
        <p:sp>
          <p:nvSpPr>
            <p:cNvPr id="931" name="Oval 930"/>
            <p:cNvSpPr/>
            <p:nvPr/>
          </p:nvSpPr>
          <p:spPr>
            <a:xfrm>
              <a:off x="8716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2" name="Rounded Rectangle 931"/>
            <p:cNvSpPr/>
            <p:nvPr/>
          </p:nvSpPr>
          <p:spPr>
            <a:xfrm>
              <a:off x="8688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3" name="Rectangle 932"/>
            <p:cNvSpPr/>
            <p:nvPr/>
          </p:nvSpPr>
          <p:spPr>
            <a:xfrm>
              <a:off x="8696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4" name="Rectangle 933"/>
            <p:cNvSpPr/>
            <p:nvPr/>
          </p:nvSpPr>
          <p:spPr>
            <a:xfrm>
              <a:off x="8761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35" name="Person186"/>
          <p:cNvGrpSpPr/>
          <p:nvPr/>
        </p:nvGrpSpPr>
        <p:grpSpPr>
          <a:xfrm>
            <a:off x="8878728" y="4610100"/>
            <a:ext cx="122872" cy="298989"/>
            <a:chOff x="8878728" y="4610100"/>
            <a:chExt cx="122872" cy="298989"/>
          </a:xfrm>
        </p:grpSpPr>
        <p:sp>
          <p:nvSpPr>
            <p:cNvPr id="936" name="Oval 935"/>
            <p:cNvSpPr/>
            <p:nvPr/>
          </p:nvSpPr>
          <p:spPr>
            <a:xfrm>
              <a:off x="8907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7" name="Rounded Rectangle 936"/>
            <p:cNvSpPr/>
            <p:nvPr/>
          </p:nvSpPr>
          <p:spPr>
            <a:xfrm>
              <a:off x="8878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8" name="Rectangle 937"/>
            <p:cNvSpPr/>
            <p:nvPr/>
          </p:nvSpPr>
          <p:spPr>
            <a:xfrm>
              <a:off x="8886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9" name="Rectangle 938"/>
            <p:cNvSpPr/>
            <p:nvPr/>
          </p:nvSpPr>
          <p:spPr>
            <a:xfrm>
              <a:off x="8952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40" name="Person187"/>
          <p:cNvGrpSpPr/>
          <p:nvPr/>
        </p:nvGrpSpPr>
        <p:grpSpPr>
          <a:xfrm>
            <a:off x="9069228" y="4610100"/>
            <a:ext cx="122872" cy="298989"/>
            <a:chOff x="9069228" y="4610100"/>
            <a:chExt cx="122872" cy="298989"/>
          </a:xfrm>
        </p:grpSpPr>
        <p:sp>
          <p:nvSpPr>
            <p:cNvPr id="941" name="Oval 940"/>
            <p:cNvSpPr/>
            <p:nvPr/>
          </p:nvSpPr>
          <p:spPr>
            <a:xfrm>
              <a:off x="9097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2" name="Rounded Rectangle 941"/>
            <p:cNvSpPr/>
            <p:nvPr/>
          </p:nvSpPr>
          <p:spPr>
            <a:xfrm>
              <a:off x="9069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3" name="Rectangle 942"/>
            <p:cNvSpPr/>
            <p:nvPr/>
          </p:nvSpPr>
          <p:spPr>
            <a:xfrm>
              <a:off x="9077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4" name="Rectangle 943"/>
            <p:cNvSpPr/>
            <p:nvPr/>
          </p:nvSpPr>
          <p:spPr>
            <a:xfrm>
              <a:off x="9142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45" name="Person188"/>
          <p:cNvGrpSpPr/>
          <p:nvPr/>
        </p:nvGrpSpPr>
        <p:grpSpPr>
          <a:xfrm>
            <a:off x="9259728" y="4610100"/>
            <a:ext cx="122872" cy="298989"/>
            <a:chOff x="9259728" y="4610100"/>
            <a:chExt cx="122872" cy="298989"/>
          </a:xfrm>
        </p:grpSpPr>
        <p:sp>
          <p:nvSpPr>
            <p:cNvPr id="946" name="Oval 945"/>
            <p:cNvSpPr/>
            <p:nvPr/>
          </p:nvSpPr>
          <p:spPr>
            <a:xfrm>
              <a:off x="9288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7" name="Rounded Rectangle 946"/>
            <p:cNvSpPr/>
            <p:nvPr/>
          </p:nvSpPr>
          <p:spPr>
            <a:xfrm>
              <a:off x="9259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8" name="Rectangle 947"/>
            <p:cNvSpPr/>
            <p:nvPr/>
          </p:nvSpPr>
          <p:spPr>
            <a:xfrm>
              <a:off x="9267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9" name="Rectangle 948"/>
            <p:cNvSpPr/>
            <p:nvPr/>
          </p:nvSpPr>
          <p:spPr>
            <a:xfrm>
              <a:off x="9333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0" name="Person189"/>
          <p:cNvGrpSpPr/>
          <p:nvPr/>
        </p:nvGrpSpPr>
        <p:grpSpPr>
          <a:xfrm>
            <a:off x="9450228" y="4610100"/>
            <a:ext cx="122872" cy="298989"/>
            <a:chOff x="9450228" y="4610100"/>
            <a:chExt cx="122872" cy="298989"/>
          </a:xfrm>
        </p:grpSpPr>
        <p:sp>
          <p:nvSpPr>
            <p:cNvPr id="951" name="Oval 950"/>
            <p:cNvSpPr/>
            <p:nvPr/>
          </p:nvSpPr>
          <p:spPr>
            <a:xfrm>
              <a:off x="9478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2" name="Rounded Rectangle 951"/>
            <p:cNvSpPr/>
            <p:nvPr/>
          </p:nvSpPr>
          <p:spPr>
            <a:xfrm>
              <a:off x="9450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3" name="Rectangle 952"/>
            <p:cNvSpPr/>
            <p:nvPr/>
          </p:nvSpPr>
          <p:spPr>
            <a:xfrm>
              <a:off x="9458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4" name="Rectangle 953"/>
            <p:cNvSpPr/>
            <p:nvPr/>
          </p:nvSpPr>
          <p:spPr>
            <a:xfrm>
              <a:off x="9523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5" name="Person190"/>
          <p:cNvGrpSpPr/>
          <p:nvPr/>
        </p:nvGrpSpPr>
        <p:grpSpPr>
          <a:xfrm>
            <a:off x="9640728" y="4610100"/>
            <a:ext cx="122872" cy="298989"/>
            <a:chOff x="9640728" y="4610100"/>
            <a:chExt cx="122872" cy="298989"/>
          </a:xfrm>
        </p:grpSpPr>
        <p:sp>
          <p:nvSpPr>
            <p:cNvPr id="956" name="Oval 955"/>
            <p:cNvSpPr/>
            <p:nvPr/>
          </p:nvSpPr>
          <p:spPr>
            <a:xfrm>
              <a:off x="9669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7" name="Rounded Rectangle 956"/>
            <p:cNvSpPr/>
            <p:nvPr/>
          </p:nvSpPr>
          <p:spPr>
            <a:xfrm>
              <a:off x="9640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8" name="Rectangle 957"/>
            <p:cNvSpPr/>
            <p:nvPr/>
          </p:nvSpPr>
          <p:spPr>
            <a:xfrm>
              <a:off x="9648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9" name="Rectangle 958"/>
            <p:cNvSpPr/>
            <p:nvPr/>
          </p:nvSpPr>
          <p:spPr>
            <a:xfrm>
              <a:off x="9714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60" name="Person191"/>
          <p:cNvGrpSpPr/>
          <p:nvPr/>
        </p:nvGrpSpPr>
        <p:grpSpPr>
          <a:xfrm>
            <a:off x="9831228" y="4610100"/>
            <a:ext cx="122872" cy="298989"/>
            <a:chOff x="9831228" y="4610100"/>
            <a:chExt cx="122872" cy="298989"/>
          </a:xfrm>
        </p:grpSpPr>
        <p:sp>
          <p:nvSpPr>
            <p:cNvPr id="961" name="Oval 960"/>
            <p:cNvSpPr/>
            <p:nvPr/>
          </p:nvSpPr>
          <p:spPr>
            <a:xfrm>
              <a:off x="9859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2" name="Rounded Rectangle 961"/>
            <p:cNvSpPr/>
            <p:nvPr/>
          </p:nvSpPr>
          <p:spPr>
            <a:xfrm>
              <a:off x="9831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3" name="Rectangle 962"/>
            <p:cNvSpPr/>
            <p:nvPr/>
          </p:nvSpPr>
          <p:spPr>
            <a:xfrm>
              <a:off x="9839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4" name="Rectangle 963"/>
            <p:cNvSpPr/>
            <p:nvPr/>
          </p:nvSpPr>
          <p:spPr>
            <a:xfrm>
              <a:off x="9904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65" name="Person192"/>
          <p:cNvGrpSpPr/>
          <p:nvPr/>
        </p:nvGrpSpPr>
        <p:grpSpPr>
          <a:xfrm>
            <a:off x="10021728" y="4610100"/>
            <a:ext cx="122872" cy="298989"/>
            <a:chOff x="10021728" y="4610100"/>
            <a:chExt cx="122872" cy="298989"/>
          </a:xfrm>
        </p:grpSpPr>
        <p:sp>
          <p:nvSpPr>
            <p:cNvPr id="966" name="Oval 965"/>
            <p:cNvSpPr/>
            <p:nvPr/>
          </p:nvSpPr>
          <p:spPr>
            <a:xfrm>
              <a:off x="10050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7" name="Rounded Rectangle 966"/>
            <p:cNvSpPr/>
            <p:nvPr/>
          </p:nvSpPr>
          <p:spPr>
            <a:xfrm>
              <a:off x="10021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8" name="Rectangle 967"/>
            <p:cNvSpPr/>
            <p:nvPr/>
          </p:nvSpPr>
          <p:spPr>
            <a:xfrm>
              <a:off x="10029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9" name="Rectangle 968"/>
            <p:cNvSpPr/>
            <p:nvPr/>
          </p:nvSpPr>
          <p:spPr>
            <a:xfrm>
              <a:off x="10095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70" name="Person193"/>
          <p:cNvGrpSpPr/>
          <p:nvPr/>
        </p:nvGrpSpPr>
        <p:grpSpPr>
          <a:xfrm>
            <a:off x="10212228" y="4610100"/>
            <a:ext cx="122872" cy="298989"/>
            <a:chOff x="10212228" y="4610100"/>
            <a:chExt cx="122872" cy="298989"/>
          </a:xfrm>
        </p:grpSpPr>
        <p:sp>
          <p:nvSpPr>
            <p:cNvPr id="971" name="Oval 970"/>
            <p:cNvSpPr/>
            <p:nvPr/>
          </p:nvSpPr>
          <p:spPr>
            <a:xfrm>
              <a:off x="10240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2" name="Rounded Rectangle 971"/>
            <p:cNvSpPr/>
            <p:nvPr/>
          </p:nvSpPr>
          <p:spPr>
            <a:xfrm>
              <a:off x="10212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3" name="Rectangle 972"/>
            <p:cNvSpPr/>
            <p:nvPr/>
          </p:nvSpPr>
          <p:spPr>
            <a:xfrm>
              <a:off x="10220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4" name="Rectangle 973"/>
            <p:cNvSpPr/>
            <p:nvPr/>
          </p:nvSpPr>
          <p:spPr>
            <a:xfrm>
              <a:off x="10285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75" name="Person194"/>
          <p:cNvGrpSpPr/>
          <p:nvPr/>
        </p:nvGrpSpPr>
        <p:grpSpPr>
          <a:xfrm>
            <a:off x="10402728" y="4610100"/>
            <a:ext cx="122872" cy="298989"/>
            <a:chOff x="10402728" y="4610100"/>
            <a:chExt cx="122872" cy="298989"/>
          </a:xfrm>
        </p:grpSpPr>
        <p:sp>
          <p:nvSpPr>
            <p:cNvPr id="976" name="Oval 975"/>
            <p:cNvSpPr/>
            <p:nvPr/>
          </p:nvSpPr>
          <p:spPr>
            <a:xfrm>
              <a:off x="10431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7" name="Rounded Rectangle 976"/>
            <p:cNvSpPr/>
            <p:nvPr/>
          </p:nvSpPr>
          <p:spPr>
            <a:xfrm>
              <a:off x="10402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8" name="Rectangle 977"/>
            <p:cNvSpPr/>
            <p:nvPr/>
          </p:nvSpPr>
          <p:spPr>
            <a:xfrm>
              <a:off x="10410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9" name="Rectangle 978"/>
            <p:cNvSpPr/>
            <p:nvPr/>
          </p:nvSpPr>
          <p:spPr>
            <a:xfrm>
              <a:off x="10476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80" name="Person195"/>
          <p:cNvGrpSpPr/>
          <p:nvPr/>
        </p:nvGrpSpPr>
        <p:grpSpPr>
          <a:xfrm>
            <a:off x="10593228" y="4610100"/>
            <a:ext cx="122872" cy="298989"/>
            <a:chOff x="10593228" y="4610100"/>
            <a:chExt cx="122872" cy="298989"/>
          </a:xfrm>
        </p:grpSpPr>
        <p:sp>
          <p:nvSpPr>
            <p:cNvPr id="981" name="Oval 980"/>
            <p:cNvSpPr/>
            <p:nvPr/>
          </p:nvSpPr>
          <p:spPr>
            <a:xfrm>
              <a:off x="10621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2" name="Rounded Rectangle 981"/>
            <p:cNvSpPr/>
            <p:nvPr/>
          </p:nvSpPr>
          <p:spPr>
            <a:xfrm>
              <a:off x="10593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3" name="Rectangle 982"/>
            <p:cNvSpPr/>
            <p:nvPr/>
          </p:nvSpPr>
          <p:spPr>
            <a:xfrm>
              <a:off x="10601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4" name="Rectangle 983"/>
            <p:cNvSpPr/>
            <p:nvPr/>
          </p:nvSpPr>
          <p:spPr>
            <a:xfrm>
              <a:off x="10666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85" name="Person196"/>
          <p:cNvGrpSpPr/>
          <p:nvPr/>
        </p:nvGrpSpPr>
        <p:grpSpPr>
          <a:xfrm>
            <a:off x="10783728" y="4610100"/>
            <a:ext cx="122872" cy="298989"/>
            <a:chOff x="10783728" y="4610100"/>
            <a:chExt cx="122872" cy="298989"/>
          </a:xfrm>
        </p:grpSpPr>
        <p:sp>
          <p:nvSpPr>
            <p:cNvPr id="986" name="Oval 985"/>
            <p:cNvSpPr/>
            <p:nvPr/>
          </p:nvSpPr>
          <p:spPr>
            <a:xfrm>
              <a:off x="10812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7" name="Rounded Rectangle 986"/>
            <p:cNvSpPr/>
            <p:nvPr/>
          </p:nvSpPr>
          <p:spPr>
            <a:xfrm>
              <a:off x="10783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8" name="Rectangle 987"/>
            <p:cNvSpPr/>
            <p:nvPr/>
          </p:nvSpPr>
          <p:spPr>
            <a:xfrm>
              <a:off x="10791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9" name="Rectangle 988"/>
            <p:cNvSpPr/>
            <p:nvPr/>
          </p:nvSpPr>
          <p:spPr>
            <a:xfrm>
              <a:off x="10857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90" name="Person197"/>
          <p:cNvGrpSpPr/>
          <p:nvPr/>
        </p:nvGrpSpPr>
        <p:grpSpPr>
          <a:xfrm>
            <a:off x="10974228" y="4610100"/>
            <a:ext cx="122872" cy="298989"/>
            <a:chOff x="10974228" y="4610100"/>
            <a:chExt cx="122872" cy="298989"/>
          </a:xfrm>
        </p:grpSpPr>
        <p:sp>
          <p:nvSpPr>
            <p:cNvPr id="991" name="Oval 990"/>
            <p:cNvSpPr/>
            <p:nvPr/>
          </p:nvSpPr>
          <p:spPr>
            <a:xfrm>
              <a:off x="11002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2" name="Rounded Rectangle 991"/>
            <p:cNvSpPr/>
            <p:nvPr/>
          </p:nvSpPr>
          <p:spPr>
            <a:xfrm>
              <a:off x="10974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3" name="Rectangle 992"/>
            <p:cNvSpPr/>
            <p:nvPr/>
          </p:nvSpPr>
          <p:spPr>
            <a:xfrm>
              <a:off x="10982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4" name="Rectangle 993"/>
            <p:cNvSpPr/>
            <p:nvPr/>
          </p:nvSpPr>
          <p:spPr>
            <a:xfrm>
              <a:off x="11047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95" name="Person198"/>
          <p:cNvGrpSpPr/>
          <p:nvPr/>
        </p:nvGrpSpPr>
        <p:grpSpPr>
          <a:xfrm>
            <a:off x="11164728" y="4610100"/>
            <a:ext cx="122872" cy="298989"/>
            <a:chOff x="11164728" y="4610100"/>
            <a:chExt cx="122872" cy="298989"/>
          </a:xfrm>
        </p:grpSpPr>
        <p:sp>
          <p:nvSpPr>
            <p:cNvPr id="996" name="Oval 995"/>
            <p:cNvSpPr/>
            <p:nvPr/>
          </p:nvSpPr>
          <p:spPr>
            <a:xfrm>
              <a:off x="11193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7" name="Rounded Rectangle 996"/>
            <p:cNvSpPr/>
            <p:nvPr/>
          </p:nvSpPr>
          <p:spPr>
            <a:xfrm>
              <a:off x="11164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8" name="Rectangle 997"/>
            <p:cNvSpPr/>
            <p:nvPr/>
          </p:nvSpPr>
          <p:spPr>
            <a:xfrm>
              <a:off x="11172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9" name="Rectangle 998"/>
            <p:cNvSpPr/>
            <p:nvPr/>
          </p:nvSpPr>
          <p:spPr>
            <a:xfrm>
              <a:off x="11238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0" name="Person199"/>
          <p:cNvGrpSpPr/>
          <p:nvPr/>
        </p:nvGrpSpPr>
        <p:grpSpPr>
          <a:xfrm>
            <a:off x="11355228" y="4610100"/>
            <a:ext cx="122872" cy="298989"/>
            <a:chOff x="11355228" y="4610100"/>
            <a:chExt cx="122872" cy="298989"/>
          </a:xfrm>
        </p:grpSpPr>
        <p:sp>
          <p:nvSpPr>
            <p:cNvPr id="1001" name="Oval 1000"/>
            <p:cNvSpPr/>
            <p:nvPr/>
          </p:nvSpPr>
          <p:spPr>
            <a:xfrm>
              <a:off x="11383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2" name="Rounded Rectangle 1001"/>
            <p:cNvSpPr/>
            <p:nvPr/>
          </p:nvSpPr>
          <p:spPr>
            <a:xfrm>
              <a:off x="11355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3" name="Rectangle 1002"/>
            <p:cNvSpPr/>
            <p:nvPr/>
          </p:nvSpPr>
          <p:spPr>
            <a:xfrm>
              <a:off x="11363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4" name="Rectangle 1003"/>
            <p:cNvSpPr/>
            <p:nvPr/>
          </p:nvSpPr>
          <p:spPr>
            <a:xfrm>
              <a:off x="11428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5" name="Person200"/>
          <p:cNvGrpSpPr/>
          <p:nvPr/>
        </p:nvGrpSpPr>
        <p:grpSpPr>
          <a:xfrm>
            <a:off x="6783228" y="5010150"/>
            <a:ext cx="122872" cy="298989"/>
            <a:chOff x="6783228" y="5010150"/>
            <a:chExt cx="122872" cy="298989"/>
          </a:xfrm>
        </p:grpSpPr>
        <p:sp>
          <p:nvSpPr>
            <p:cNvPr id="1006" name="Oval 1005"/>
            <p:cNvSpPr/>
            <p:nvPr/>
          </p:nvSpPr>
          <p:spPr>
            <a:xfrm>
              <a:off x="6811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7" name="Rounded Rectangle 1006"/>
            <p:cNvSpPr/>
            <p:nvPr/>
          </p:nvSpPr>
          <p:spPr>
            <a:xfrm>
              <a:off x="6783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8" name="Rectangle 1007"/>
            <p:cNvSpPr/>
            <p:nvPr/>
          </p:nvSpPr>
          <p:spPr>
            <a:xfrm>
              <a:off x="6791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9" name="Rectangle 1008"/>
            <p:cNvSpPr/>
            <p:nvPr/>
          </p:nvSpPr>
          <p:spPr>
            <a:xfrm>
              <a:off x="6856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10" name="Person201"/>
          <p:cNvGrpSpPr/>
          <p:nvPr/>
        </p:nvGrpSpPr>
        <p:grpSpPr>
          <a:xfrm>
            <a:off x="6973728" y="5010150"/>
            <a:ext cx="122872" cy="298989"/>
            <a:chOff x="6973728" y="5010150"/>
            <a:chExt cx="122872" cy="298989"/>
          </a:xfrm>
        </p:grpSpPr>
        <p:sp>
          <p:nvSpPr>
            <p:cNvPr id="1011" name="Oval 1010"/>
            <p:cNvSpPr/>
            <p:nvPr/>
          </p:nvSpPr>
          <p:spPr>
            <a:xfrm>
              <a:off x="70023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2" name="Rounded Rectangle 1011"/>
            <p:cNvSpPr/>
            <p:nvPr/>
          </p:nvSpPr>
          <p:spPr>
            <a:xfrm>
              <a:off x="6973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3" name="Rectangle 1012"/>
            <p:cNvSpPr/>
            <p:nvPr/>
          </p:nvSpPr>
          <p:spPr>
            <a:xfrm>
              <a:off x="6981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4" name="Rectangle 1013"/>
            <p:cNvSpPr/>
            <p:nvPr/>
          </p:nvSpPr>
          <p:spPr>
            <a:xfrm>
              <a:off x="7047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15" name="Person202"/>
          <p:cNvGrpSpPr/>
          <p:nvPr/>
        </p:nvGrpSpPr>
        <p:grpSpPr>
          <a:xfrm>
            <a:off x="7164228" y="5010150"/>
            <a:ext cx="122872" cy="298989"/>
            <a:chOff x="7164228" y="5010150"/>
            <a:chExt cx="122872" cy="298989"/>
          </a:xfrm>
        </p:grpSpPr>
        <p:sp>
          <p:nvSpPr>
            <p:cNvPr id="1016" name="Oval 1015"/>
            <p:cNvSpPr/>
            <p:nvPr/>
          </p:nvSpPr>
          <p:spPr>
            <a:xfrm>
              <a:off x="7192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7" name="Rounded Rectangle 1016"/>
            <p:cNvSpPr/>
            <p:nvPr/>
          </p:nvSpPr>
          <p:spPr>
            <a:xfrm>
              <a:off x="7164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8" name="Rectangle 1017"/>
            <p:cNvSpPr/>
            <p:nvPr/>
          </p:nvSpPr>
          <p:spPr>
            <a:xfrm>
              <a:off x="7172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9" name="Rectangle 1018"/>
            <p:cNvSpPr/>
            <p:nvPr/>
          </p:nvSpPr>
          <p:spPr>
            <a:xfrm>
              <a:off x="7237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20" name="Person203"/>
          <p:cNvGrpSpPr/>
          <p:nvPr/>
        </p:nvGrpSpPr>
        <p:grpSpPr>
          <a:xfrm>
            <a:off x="7354728" y="5010150"/>
            <a:ext cx="122872" cy="298989"/>
            <a:chOff x="7354728" y="5010150"/>
            <a:chExt cx="122872" cy="298989"/>
          </a:xfrm>
        </p:grpSpPr>
        <p:sp>
          <p:nvSpPr>
            <p:cNvPr id="1021" name="Oval 1020"/>
            <p:cNvSpPr/>
            <p:nvPr/>
          </p:nvSpPr>
          <p:spPr>
            <a:xfrm>
              <a:off x="7383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2" name="Rounded Rectangle 1021"/>
            <p:cNvSpPr/>
            <p:nvPr/>
          </p:nvSpPr>
          <p:spPr>
            <a:xfrm>
              <a:off x="7354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3" name="Rectangle 1022"/>
            <p:cNvSpPr/>
            <p:nvPr/>
          </p:nvSpPr>
          <p:spPr>
            <a:xfrm>
              <a:off x="7362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4" name="Rectangle 1023"/>
            <p:cNvSpPr/>
            <p:nvPr/>
          </p:nvSpPr>
          <p:spPr>
            <a:xfrm>
              <a:off x="7428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25" name="Person204"/>
          <p:cNvGrpSpPr/>
          <p:nvPr/>
        </p:nvGrpSpPr>
        <p:grpSpPr>
          <a:xfrm>
            <a:off x="7545228" y="5010150"/>
            <a:ext cx="122872" cy="298989"/>
            <a:chOff x="7545228" y="5010150"/>
            <a:chExt cx="122872" cy="298989"/>
          </a:xfrm>
        </p:grpSpPr>
        <p:sp>
          <p:nvSpPr>
            <p:cNvPr id="1026" name="Oval 1025"/>
            <p:cNvSpPr/>
            <p:nvPr/>
          </p:nvSpPr>
          <p:spPr>
            <a:xfrm>
              <a:off x="7573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7" name="Rounded Rectangle 1026"/>
            <p:cNvSpPr/>
            <p:nvPr/>
          </p:nvSpPr>
          <p:spPr>
            <a:xfrm>
              <a:off x="7545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8" name="Rectangle 1027"/>
            <p:cNvSpPr/>
            <p:nvPr/>
          </p:nvSpPr>
          <p:spPr>
            <a:xfrm>
              <a:off x="7553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9" name="Rectangle 1028"/>
            <p:cNvSpPr/>
            <p:nvPr/>
          </p:nvSpPr>
          <p:spPr>
            <a:xfrm>
              <a:off x="7618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30" name="Person205"/>
          <p:cNvGrpSpPr/>
          <p:nvPr/>
        </p:nvGrpSpPr>
        <p:grpSpPr>
          <a:xfrm>
            <a:off x="7735728" y="5010150"/>
            <a:ext cx="122872" cy="298989"/>
            <a:chOff x="7735728" y="5010150"/>
            <a:chExt cx="122872" cy="298989"/>
          </a:xfrm>
        </p:grpSpPr>
        <p:sp>
          <p:nvSpPr>
            <p:cNvPr id="1031" name="Oval 1030"/>
            <p:cNvSpPr/>
            <p:nvPr/>
          </p:nvSpPr>
          <p:spPr>
            <a:xfrm>
              <a:off x="77643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2" name="Rounded Rectangle 1031"/>
            <p:cNvSpPr/>
            <p:nvPr/>
          </p:nvSpPr>
          <p:spPr>
            <a:xfrm>
              <a:off x="7735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3" name="Rectangle 1032"/>
            <p:cNvSpPr/>
            <p:nvPr/>
          </p:nvSpPr>
          <p:spPr>
            <a:xfrm>
              <a:off x="7743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4" name="Rectangle 1033"/>
            <p:cNvSpPr/>
            <p:nvPr/>
          </p:nvSpPr>
          <p:spPr>
            <a:xfrm>
              <a:off x="7809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35" name="Person206"/>
          <p:cNvGrpSpPr/>
          <p:nvPr/>
        </p:nvGrpSpPr>
        <p:grpSpPr>
          <a:xfrm>
            <a:off x="7926228" y="5010150"/>
            <a:ext cx="122872" cy="298989"/>
            <a:chOff x="7926228" y="5010150"/>
            <a:chExt cx="122872" cy="298989"/>
          </a:xfrm>
        </p:grpSpPr>
        <p:sp>
          <p:nvSpPr>
            <p:cNvPr id="1036" name="Oval 1035"/>
            <p:cNvSpPr/>
            <p:nvPr/>
          </p:nvSpPr>
          <p:spPr>
            <a:xfrm>
              <a:off x="7954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7" name="Rounded Rectangle 1036"/>
            <p:cNvSpPr/>
            <p:nvPr/>
          </p:nvSpPr>
          <p:spPr>
            <a:xfrm>
              <a:off x="7926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8" name="Rectangle 1037"/>
            <p:cNvSpPr/>
            <p:nvPr/>
          </p:nvSpPr>
          <p:spPr>
            <a:xfrm>
              <a:off x="7934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9" name="Rectangle 1038"/>
            <p:cNvSpPr/>
            <p:nvPr/>
          </p:nvSpPr>
          <p:spPr>
            <a:xfrm>
              <a:off x="7999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40" name="Person207"/>
          <p:cNvGrpSpPr/>
          <p:nvPr/>
        </p:nvGrpSpPr>
        <p:grpSpPr>
          <a:xfrm>
            <a:off x="8116728" y="5010150"/>
            <a:ext cx="122872" cy="298989"/>
            <a:chOff x="8116728" y="5010150"/>
            <a:chExt cx="122872" cy="298989"/>
          </a:xfrm>
        </p:grpSpPr>
        <p:sp>
          <p:nvSpPr>
            <p:cNvPr id="1041" name="Oval 1040"/>
            <p:cNvSpPr/>
            <p:nvPr/>
          </p:nvSpPr>
          <p:spPr>
            <a:xfrm>
              <a:off x="8145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2" name="Rounded Rectangle 1041"/>
            <p:cNvSpPr/>
            <p:nvPr/>
          </p:nvSpPr>
          <p:spPr>
            <a:xfrm>
              <a:off x="8116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3" name="Rectangle 1042"/>
            <p:cNvSpPr/>
            <p:nvPr/>
          </p:nvSpPr>
          <p:spPr>
            <a:xfrm>
              <a:off x="8124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4" name="Rectangle 1043"/>
            <p:cNvSpPr/>
            <p:nvPr/>
          </p:nvSpPr>
          <p:spPr>
            <a:xfrm>
              <a:off x="8190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45" name="Person208"/>
          <p:cNvGrpSpPr/>
          <p:nvPr/>
        </p:nvGrpSpPr>
        <p:grpSpPr>
          <a:xfrm>
            <a:off x="8307228" y="5010150"/>
            <a:ext cx="122872" cy="298989"/>
            <a:chOff x="8307228" y="5010150"/>
            <a:chExt cx="122872" cy="298989"/>
          </a:xfrm>
        </p:grpSpPr>
        <p:sp>
          <p:nvSpPr>
            <p:cNvPr id="1046" name="Oval 1045"/>
            <p:cNvSpPr/>
            <p:nvPr/>
          </p:nvSpPr>
          <p:spPr>
            <a:xfrm>
              <a:off x="83358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7" name="Rounded Rectangle 1046"/>
            <p:cNvSpPr/>
            <p:nvPr/>
          </p:nvSpPr>
          <p:spPr>
            <a:xfrm>
              <a:off x="8307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8" name="Rectangle 1047"/>
            <p:cNvSpPr/>
            <p:nvPr/>
          </p:nvSpPr>
          <p:spPr>
            <a:xfrm>
              <a:off x="8315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9" name="Rectangle 1048"/>
            <p:cNvSpPr/>
            <p:nvPr/>
          </p:nvSpPr>
          <p:spPr>
            <a:xfrm>
              <a:off x="8380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0" name="Person209"/>
          <p:cNvGrpSpPr/>
          <p:nvPr/>
        </p:nvGrpSpPr>
        <p:grpSpPr>
          <a:xfrm>
            <a:off x="8497728" y="5010150"/>
            <a:ext cx="122872" cy="298989"/>
            <a:chOff x="8497728" y="5010150"/>
            <a:chExt cx="122872" cy="298989"/>
          </a:xfrm>
        </p:grpSpPr>
        <p:sp>
          <p:nvSpPr>
            <p:cNvPr id="1051" name="Oval 1050"/>
            <p:cNvSpPr/>
            <p:nvPr/>
          </p:nvSpPr>
          <p:spPr>
            <a:xfrm>
              <a:off x="8526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2" name="Rounded Rectangle 1051"/>
            <p:cNvSpPr/>
            <p:nvPr/>
          </p:nvSpPr>
          <p:spPr>
            <a:xfrm>
              <a:off x="8497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3" name="Rectangle 1052"/>
            <p:cNvSpPr/>
            <p:nvPr/>
          </p:nvSpPr>
          <p:spPr>
            <a:xfrm>
              <a:off x="8505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4" name="Rectangle 1053"/>
            <p:cNvSpPr/>
            <p:nvPr/>
          </p:nvSpPr>
          <p:spPr>
            <a:xfrm>
              <a:off x="8571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5" name="Person210"/>
          <p:cNvGrpSpPr/>
          <p:nvPr/>
        </p:nvGrpSpPr>
        <p:grpSpPr>
          <a:xfrm>
            <a:off x="8688228" y="5010150"/>
            <a:ext cx="122872" cy="298989"/>
            <a:chOff x="8688228" y="5010150"/>
            <a:chExt cx="122872" cy="298989"/>
          </a:xfrm>
        </p:grpSpPr>
        <p:sp>
          <p:nvSpPr>
            <p:cNvPr id="1056" name="Oval 1055"/>
            <p:cNvSpPr/>
            <p:nvPr/>
          </p:nvSpPr>
          <p:spPr>
            <a:xfrm>
              <a:off x="8716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7" name="Rounded Rectangle 1056"/>
            <p:cNvSpPr/>
            <p:nvPr/>
          </p:nvSpPr>
          <p:spPr>
            <a:xfrm>
              <a:off x="8688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8" name="Rectangle 1057"/>
            <p:cNvSpPr/>
            <p:nvPr/>
          </p:nvSpPr>
          <p:spPr>
            <a:xfrm>
              <a:off x="8696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9" name="Rectangle 1058"/>
            <p:cNvSpPr/>
            <p:nvPr/>
          </p:nvSpPr>
          <p:spPr>
            <a:xfrm>
              <a:off x="8761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60" name="Person211"/>
          <p:cNvGrpSpPr/>
          <p:nvPr/>
        </p:nvGrpSpPr>
        <p:grpSpPr>
          <a:xfrm>
            <a:off x="8878728" y="5010150"/>
            <a:ext cx="122872" cy="298989"/>
            <a:chOff x="8878728" y="5010150"/>
            <a:chExt cx="122872" cy="298989"/>
          </a:xfrm>
        </p:grpSpPr>
        <p:sp>
          <p:nvSpPr>
            <p:cNvPr id="1061" name="Oval 1060"/>
            <p:cNvSpPr/>
            <p:nvPr/>
          </p:nvSpPr>
          <p:spPr>
            <a:xfrm>
              <a:off x="8907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2" name="Rounded Rectangle 1061"/>
            <p:cNvSpPr/>
            <p:nvPr/>
          </p:nvSpPr>
          <p:spPr>
            <a:xfrm>
              <a:off x="8878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3" name="Rectangle 1062"/>
            <p:cNvSpPr/>
            <p:nvPr/>
          </p:nvSpPr>
          <p:spPr>
            <a:xfrm>
              <a:off x="8886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4" name="Rectangle 1063"/>
            <p:cNvSpPr/>
            <p:nvPr/>
          </p:nvSpPr>
          <p:spPr>
            <a:xfrm>
              <a:off x="8952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65" name="Person212"/>
          <p:cNvGrpSpPr/>
          <p:nvPr/>
        </p:nvGrpSpPr>
        <p:grpSpPr>
          <a:xfrm>
            <a:off x="9069228" y="5010150"/>
            <a:ext cx="122872" cy="298989"/>
            <a:chOff x="9069228" y="5010150"/>
            <a:chExt cx="122872" cy="298989"/>
          </a:xfrm>
        </p:grpSpPr>
        <p:sp>
          <p:nvSpPr>
            <p:cNvPr id="1066" name="Oval 1065"/>
            <p:cNvSpPr/>
            <p:nvPr/>
          </p:nvSpPr>
          <p:spPr>
            <a:xfrm>
              <a:off x="9097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7" name="Rounded Rectangle 1066"/>
            <p:cNvSpPr/>
            <p:nvPr/>
          </p:nvSpPr>
          <p:spPr>
            <a:xfrm>
              <a:off x="9069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8" name="Rectangle 1067"/>
            <p:cNvSpPr/>
            <p:nvPr/>
          </p:nvSpPr>
          <p:spPr>
            <a:xfrm>
              <a:off x="9077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9" name="Rectangle 1068"/>
            <p:cNvSpPr/>
            <p:nvPr/>
          </p:nvSpPr>
          <p:spPr>
            <a:xfrm>
              <a:off x="9142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70" name="Person213"/>
          <p:cNvGrpSpPr/>
          <p:nvPr/>
        </p:nvGrpSpPr>
        <p:grpSpPr>
          <a:xfrm>
            <a:off x="9259728" y="5010150"/>
            <a:ext cx="122872" cy="298989"/>
            <a:chOff x="9259728" y="5010150"/>
            <a:chExt cx="122872" cy="298989"/>
          </a:xfrm>
        </p:grpSpPr>
        <p:sp>
          <p:nvSpPr>
            <p:cNvPr id="1071" name="Oval 1070"/>
            <p:cNvSpPr/>
            <p:nvPr/>
          </p:nvSpPr>
          <p:spPr>
            <a:xfrm>
              <a:off x="9288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2" name="Rounded Rectangle 1071"/>
            <p:cNvSpPr/>
            <p:nvPr/>
          </p:nvSpPr>
          <p:spPr>
            <a:xfrm>
              <a:off x="9259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3" name="Rectangle 1072"/>
            <p:cNvSpPr/>
            <p:nvPr/>
          </p:nvSpPr>
          <p:spPr>
            <a:xfrm>
              <a:off x="9267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4" name="Rectangle 1073"/>
            <p:cNvSpPr/>
            <p:nvPr/>
          </p:nvSpPr>
          <p:spPr>
            <a:xfrm>
              <a:off x="9333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75" name="Person214"/>
          <p:cNvGrpSpPr/>
          <p:nvPr/>
        </p:nvGrpSpPr>
        <p:grpSpPr>
          <a:xfrm>
            <a:off x="9450228" y="5010150"/>
            <a:ext cx="122872" cy="298989"/>
            <a:chOff x="9450228" y="5010150"/>
            <a:chExt cx="122872" cy="298989"/>
          </a:xfrm>
        </p:grpSpPr>
        <p:sp>
          <p:nvSpPr>
            <p:cNvPr id="1076" name="Oval 1075"/>
            <p:cNvSpPr/>
            <p:nvPr/>
          </p:nvSpPr>
          <p:spPr>
            <a:xfrm>
              <a:off x="9478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7" name="Rounded Rectangle 1076"/>
            <p:cNvSpPr/>
            <p:nvPr/>
          </p:nvSpPr>
          <p:spPr>
            <a:xfrm>
              <a:off x="9450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8" name="Rectangle 1077"/>
            <p:cNvSpPr/>
            <p:nvPr/>
          </p:nvSpPr>
          <p:spPr>
            <a:xfrm>
              <a:off x="9458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9" name="Rectangle 1078"/>
            <p:cNvSpPr/>
            <p:nvPr/>
          </p:nvSpPr>
          <p:spPr>
            <a:xfrm>
              <a:off x="9523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80" name="Person215"/>
          <p:cNvGrpSpPr/>
          <p:nvPr/>
        </p:nvGrpSpPr>
        <p:grpSpPr>
          <a:xfrm>
            <a:off x="9640728" y="5010150"/>
            <a:ext cx="122872" cy="298989"/>
            <a:chOff x="9640728" y="5010150"/>
            <a:chExt cx="122872" cy="298989"/>
          </a:xfrm>
        </p:grpSpPr>
        <p:sp>
          <p:nvSpPr>
            <p:cNvPr id="1081" name="Oval 1080"/>
            <p:cNvSpPr/>
            <p:nvPr/>
          </p:nvSpPr>
          <p:spPr>
            <a:xfrm>
              <a:off x="9669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2" name="Rounded Rectangle 1081"/>
            <p:cNvSpPr/>
            <p:nvPr/>
          </p:nvSpPr>
          <p:spPr>
            <a:xfrm>
              <a:off x="9640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3" name="Rectangle 1082"/>
            <p:cNvSpPr/>
            <p:nvPr/>
          </p:nvSpPr>
          <p:spPr>
            <a:xfrm>
              <a:off x="9648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4" name="Rectangle 1083"/>
            <p:cNvSpPr/>
            <p:nvPr/>
          </p:nvSpPr>
          <p:spPr>
            <a:xfrm>
              <a:off x="9714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85" name="Person216"/>
          <p:cNvGrpSpPr/>
          <p:nvPr/>
        </p:nvGrpSpPr>
        <p:grpSpPr>
          <a:xfrm>
            <a:off x="9831228" y="5010150"/>
            <a:ext cx="122872" cy="298989"/>
            <a:chOff x="9831228" y="5010150"/>
            <a:chExt cx="122872" cy="298989"/>
          </a:xfrm>
        </p:grpSpPr>
        <p:sp>
          <p:nvSpPr>
            <p:cNvPr id="1086" name="Oval 1085"/>
            <p:cNvSpPr/>
            <p:nvPr/>
          </p:nvSpPr>
          <p:spPr>
            <a:xfrm>
              <a:off x="9859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7" name="Rounded Rectangle 1086"/>
            <p:cNvSpPr/>
            <p:nvPr/>
          </p:nvSpPr>
          <p:spPr>
            <a:xfrm>
              <a:off x="9831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8" name="Rectangle 1087"/>
            <p:cNvSpPr/>
            <p:nvPr/>
          </p:nvSpPr>
          <p:spPr>
            <a:xfrm>
              <a:off x="9839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9" name="Rectangle 1088"/>
            <p:cNvSpPr/>
            <p:nvPr/>
          </p:nvSpPr>
          <p:spPr>
            <a:xfrm>
              <a:off x="9904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90" name="Person217"/>
          <p:cNvGrpSpPr/>
          <p:nvPr/>
        </p:nvGrpSpPr>
        <p:grpSpPr>
          <a:xfrm>
            <a:off x="10021728" y="5010150"/>
            <a:ext cx="122872" cy="298989"/>
            <a:chOff x="10021728" y="5010150"/>
            <a:chExt cx="122872" cy="298989"/>
          </a:xfrm>
        </p:grpSpPr>
        <p:sp>
          <p:nvSpPr>
            <p:cNvPr id="1091" name="Oval 1090"/>
            <p:cNvSpPr/>
            <p:nvPr/>
          </p:nvSpPr>
          <p:spPr>
            <a:xfrm>
              <a:off x="10050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2" name="Rounded Rectangle 1091"/>
            <p:cNvSpPr/>
            <p:nvPr/>
          </p:nvSpPr>
          <p:spPr>
            <a:xfrm>
              <a:off x="10021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3" name="Rectangle 1092"/>
            <p:cNvSpPr/>
            <p:nvPr/>
          </p:nvSpPr>
          <p:spPr>
            <a:xfrm>
              <a:off x="10029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4" name="Rectangle 1093"/>
            <p:cNvSpPr/>
            <p:nvPr/>
          </p:nvSpPr>
          <p:spPr>
            <a:xfrm>
              <a:off x="10095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95" name="Person218"/>
          <p:cNvGrpSpPr/>
          <p:nvPr/>
        </p:nvGrpSpPr>
        <p:grpSpPr>
          <a:xfrm>
            <a:off x="10212228" y="5010150"/>
            <a:ext cx="122872" cy="298989"/>
            <a:chOff x="10212228" y="5010150"/>
            <a:chExt cx="122872" cy="298989"/>
          </a:xfrm>
        </p:grpSpPr>
        <p:sp>
          <p:nvSpPr>
            <p:cNvPr id="1096" name="Oval 1095"/>
            <p:cNvSpPr/>
            <p:nvPr/>
          </p:nvSpPr>
          <p:spPr>
            <a:xfrm>
              <a:off x="10240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7" name="Rounded Rectangle 1096"/>
            <p:cNvSpPr/>
            <p:nvPr/>
          </p:nvSpPr>
          <p:spPr>
            <a:xfrm>
              <a:off x="10212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8" name="Rectangle 1097"/>
            <p:cNvSpPr/>
            <p:nvPr/>
          </p:nvSpPr>
          <p:spPr>
            <a:xfrm>
              <a:off x="10220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9" name="Rectangle 1098"/>
            <p:cNvSpPr/>
            <p:nvPr/>
          </p:nvSpPr>
          <p:spPr>
            <a:xfrm>
              <a:off x="10285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0" name="Person219"/>
          <p:cNvGrpSpPr/>
          <p:nvPr/>
        </p:nvGrpSpPr>
        <p:grpSpPr>
          <a:xfrm>
            <a:off x="10402728" y="5010150"/>
            <a:ext cx="122872" cy="298989"/>
            <a:chOff x="10402728" y="5010150"/>
            <a:chExt cx="122872" cy="298989"/>
          </a:xfrm>
        </p:grpSpPr>
        <p:sp>
          <p:nvSpPr>
            <p:cNvPr id="1101" name="Oval 1100"/>
            <p:cNvSpPr/>
            <p:nvPr/>
          </p:nvSpPr>
          <p:spPr>
            <a:xfrm>
              <a:off x="10431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2" name="Rounded Rectangle 1101"/>
            <p:cNvSpPr/>
            <p:nvPr/>
          </p:nvSpPr>
          <p:spPr>
            <a:xfrm>
              <a:off x="10402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3" name="Rectangle 1102"/>
            <p:cNvSpPr/>
            <p:nvPr/>
          </p:nvSpPr>
          <p:spPr>
            <a:xfrm>
              <a:off x="10410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4" name="Rectangle 1103"/>
            <p:cNvSpPr/>
            <p:nvPr/>
          </p:nvSpPr>
          <p:spPr>
            <a:xfrm>
              <a:off x="10476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5" name="Person220"/>
          <p:cNvGrpSpPr/>
          <p:nvPr/>
        </p:nvGrpSpPr>
        <p:grpSpPr>
          <a:xfrm>
            <a:off x="10593228" y="5010150"/>
            <a:ext cx="122872" cy="298989"/>
            <a:chOff x="10593228" y="5010150"/>
            <a:chExt cx="122872" cy="298989"/>
          </a:xfrm>
        </p:grpSpPr>
        <p:sp>
          <p:nvSpPr>
            <p:cNvPr id="1106" name="Oval 1105"/>
            <p:cNvSpPr/>
            <p:nvPr/>
          </p:nvSpPr>
          <p:spPr>
            <a:xfrm>
              <a:off x="10621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7" name="Rounded Rectangle 1106"/>
            <p:cNvSpPr/>
            <p:nvPr/>
          </p:nvSpPr>
          <p:spPr>
            <a:xfrm>
              <a:off x="10593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8" name="Rectangle 1107"/>
            <p:cNvSpPr/>
            <p:nvPr/>
          </p:nvSpPr>
          <p:spPr>
            <a:xfrm>
              <a:off x="10601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9" name="Rectangle 1108"/>
            <p:cNvSpPr/>
            <p:nvPr/>
          </p:nvSpPr>
          <p:spPr>
            <a:xfrm>
              <a:off x="10666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10" name="Person221"/>
          <p:cNvGrpSpPr/>
          <p:nvPr/>
        </p:nvGrpSpPr>
        <p:grpSpPr>
          <a:xfrm>
            <a:off x="10783728" y="5010150"/>
            <a:ext cx="122872" cy="298989"/>
            <a:chOff x="10783728" y="5010150"/>
            <a:chExt cx="122872" cy="298989"/>
          </a:xfrm>
        </p:grpSpPr>
        <p:sp>
          <p:nvSpPr>
            <p:cNvPr id="1111" name="Oval 1110"/>
            <p:cNvSpPr/>
            <p:nvPr/>
          </p:nvSpPr>
          <p:spPr>
            <a:xfrm>
              <a:off x="10812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2" name="Rounded Rectangle 1111"/>
            <p:cNvSpPr/>
            <p:nvPr/>
          </p:nvSpPr>
          <p:spPr>
            <a:xfrm>
              <a:off x="10783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3" name="Rectangle 1112"/>
            <p:cNvSpPr/>
            <p:nvPr/>
          </p:nvSpPr>
          <p:spPr>
            <a:xfrm>
              <a:off x="10791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4" name="Rectangle 1113"/>
            <p:cNvSpPr/>
            <p:nvPr/>
          </p:nvSpPr>
          <p:spPr>
            <a:xfrm>
              <a:off x="10857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15" name="Person222"/>
          <p:cNvGrpSpPr/>
          <p:nvPr/>
        </p:nvGrpSpPr>
        <p:grpSpPr>
          <a:xfrm>
            <a:off x="10974228" y="5010150"/>
            <a:ext cx="122872" cy="298989"/>
            <a:chOff x="10974228" y="5010150"/>
            <a:chExt cx="122872" cy="298989"/>
          </a:xfrm>
        </p:grpSpPr>
        <p:sp>
          <p:nvSpPr>
            <p:cNvPr id="1116" name="Oval 1115"/>
            <p:cNvSpPr/>
            <p:nvPr/>
          </p:nvSpPr>
          <p:spPr>
            <a:xfrm>
              <a:off x="11002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7" name="Rounded Rectangle 1116"/>
            <p:cNvSpPr/>
            <p:nvPr/>
          </p:nvSpPr>
          <p:spPr>
            <a:xfrm>
              <a:off x="10974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8" name="Rectangle 1117"/>
            <p:cNvSpPr/>
            <p:nvPr/>
          </p:nvSpPr>
          <p:spPr>
            <a:xfrm>
              <a:off x="10982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9" name="Rectangle 1118"/>
            <p:cNvSpPr/>
            <p:nvPr/>
          </p:nvSpPr>
          <p:spPr>
            <a:xfrm>
              <a:off x="11047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0" name="Person223"/>
          <p:cNvGrpSpPr/>
          <p:nvPr/>
        </p:nvGrpSpPr>
        <p:grpSpPr>
          <a:xfrm>
            <a:off x="11164728" y="5010150"/>
            <a:ext cx="122872" cy="298989"/>
            <a:chOff x="11164728" y="5010150"/>
            <a:chExt cx="122872" cy="298989"/>
          </a:xfrm>
        </p:grpSpPr>
        <p:sp>
          <p:nvSpPr>
            <p:cNvPr id="1121" name="Oval 1120"/>
            <p:cNvSpPr/>
            <p:nvPr/>
          </p:nvSpPr>
          <p:spPr>
            <a:xfrm>
              <a:off x="11193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2" name="Rounded Rectangle 1121"/>
            <p:cNvSpPr/>
            <p:nvPr/>
          </p:nvSpPr>
          <p:spPr>
            <a:xfrm>
              <a:off x="11164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3" name="Rectangle 1122"/>
            <p:cNvSpPr/>
            <p:nvPr/>
          </p:nvSpPr>
          <p:spPr>
            <a:xfrm>
              <a:off x="11172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4" name="Rectangle 1123"/>
            <p:cNvSpPr/>
            <p:nvPr/>
          </p:nvSpPr>
          <p:spPr>
            <a:xfrm>
              <a:off x="11238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5" name="Person224"/>
          <p:cNvGrpSpPr/>
          <p:nvPr/>
        </p:nvGrpSpPr>
        <p:grpSpPr>
          <a:xfrm>
            <a:off x="11355228" y="5010150"/>
            <a:ext cx="122872" cy="298989"/>
            <a:chOff x="11355228" y="5010150"/>
            <a:chExt cx="122872" cy="298989"/>
          </a:xfrm>
        </p:grpSpPr>
        <p:sp>
          <p:nvSpPr>
            <p:cNvPr id="1126" name="Oval 1125"/>
            <p:cNvSpPr/>
            <p:nvPr/>
          </p:nvSpPr>
          <p:spPr>
            <a:xfrm>
              <a:off x="11383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7" name="Rounded Rectangle 1126"/>
            <p:cNvSpPr/>
            <p:nvPr/>
          </p:nvSpPr>
          <p:spPr>
            <a:xfrm>
              <a:off x="11355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8" name="Rectangle 1127"/>
            <p:cNvSpPr/>
            <p:nvPr/>
          </p:nvSpPr>
          <p:spPr>
            <a:xfrm>
              <a:off x="11363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9" name="Rectangle 1128"/>
            <p:cNvSpPr/>
            <p:nvPr/>
          </p:nvSpPr>
          <p:spPr>
            <a:xfrm>
              <a:off x="11428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30" name="Person225"/>
          <p:cNvGrpSpPr/>
          <p:nvPr/>
        </p:nvGrpSpPr>
        <p:grpSpPr>
          <a:xfrm>
            <a:off x="6783228" y="5410200"/>
            <a:ext cx="122872" cy="298989"/>
            <a:chOff x="6783228" y="5410200"/>
            <a:chExt cx="122872" cy="298989"/>
          </a:xfrm>
        </p:grpSpPr>
        <p:sp>
          <p:nvSpPr>
            <p:cNvPr id="1131" name="Oval 1130"/>
            <p:cNvSpPr/>
            <p:nvPr/>
          </p:nvSpPr>
          <p:spPr>
            <a:xfrm>
              <a:off x="6811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2" name="Rounded Rectangle 1131"/>
            <p:cNvSpPr/>
            <p:nvPr/>
          </p:nvSpPr>
          <p:spPr>
            <a:xfrm>
              <a:off x="6783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3" name="Rectangle 1132"/>
            <p:cNvSpPr/>
            <p:nvPr/>
          </p:nvSpPr>
          <p:spPr>
            <a:xfrm>
              <a:off x="6791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4" name="Rectangle 1133"/>
            <p:cNvSpPr/>
            <p:nvPr/>
          </p:nvSpPr>
          <p:spPr>
            <a:xfrm>
              <a:off x="6856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35" name="Person226"/>
          <p:cNvGrpSpPr/>
          <p:nvPr/>
        </p:nvGrpSpPr>
        <p:grpSpPr>
          <a:xfrm>
            <a:off x="6973728" y="5410200"/>
            <a:ext cx="122872" cy="298989"/>
            <a:chOff x="6973728" y="5410200"/>
            <a:chExt cx="122872" cy="298989"/>
          </a:xfrm>
        </p:grpSpPr>
        <p:sp>
          <p:nvSpPr>
            <p:cNvPr id="1136" name="Oval 1135"/>
            <p:cNvSpPr/>
            <p:nvPr/>
          </p:nvSpPr>
          <p:spPr>
            <a:xfrm>
              <a:off x="70023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7" name="Rounded Rectangle 1136"/>
            <p:cNvSpPr/>
            <p:nvPr/>
          </p:nvSpPr>
          <p:spPr>
            <a:xfrm>
              <a:off x="6973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8" name="Rectangle 1137"/>
            <p:cNvSpPr/>
            <p:nvPr/>
          </p:nvSpPr>
          <p:spPr>
            <a:xfrm>
              <a:off x="6981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9" name="Rectangle 1138"/>
            <p:cNvSpPr/>
            <p:nvPr/>
          </p:nvSpPr>
          <p:spPr>
            <a:xfrm>
              <a:off x="7047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40" name="Person227"/>
          <p:cNvGrpSpPr/>
          <p:nvPr/>
        </p:nvGrpSpPr>
        <p:grpSpPr>
          <a:xfrm>
            <a:off x="7164228" y="5410200"/>
            <a:ext cx="122872" cy="298989"/>
            <a:chOff x="7164228" y="5410200"/>
            <a:chExt cx="122872" cy="298989"/>
          </a:xfrm>
        </p:grpSpPr>
        <p:sp>
          <p:nvSpPr>
            <p:cNvPr id="1141" name="Oval 1140"/>
            <p:cNvSpPr/>
            <p:nvPr/>
          </p:nvSpPr>
          <p:spPr>
            <a:xfrm>
              <a:off x="7192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2" name="Rounded Rectangle 1141"/>
            <p:cNvSpPr/>
            <p:nvPr/>
          </p:nvSpPr>
          <p:spPr>
            <a:xfrm>
              <a:off x="7164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3" name="Rectangle 1142"/>
            <p:cNvSpPr/>
            <p:nvPr/>
          </p:nvSpPr>
          <p:spPr>
            <a:xfrm>
              <a:off x="7172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4" name="Rectangle 1143"/>
            <p:cNvSpPr/>
            <p:nvPr/>
          </p:nvSpPr>
          <p:spPr>
            <a:xfrm>
              <a:off x="7237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45" name="Person228"/>
          <p:cNvGrpSpPr/>
          <p:nvPr/>
        </p:nvGrpSpPr>
        <p:grpSpPr>
          <a:xfrm>
            <a:off x="7354728" y="5410200"/>
            <a:ext cx="122872" cy="298989"/>
            <a:chOff x="7354728" y="5410200"/>
            <a:chExt cx="122872" cy="298989"/>
          </a:xfrm>
        </p:grpSpPr>
        <p:sp>
          <p:nvSpPr>
            <p:cNvPr id="1146" name="Oval 1145"/>
            <p:cNvSpPr/>
            <p:nvPr/>
          </p:nvSpPr>
          <p:spPr>
            <a:xfrm>
              <a:off x="7383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7" name="Rounded Rectangle 1146"/>
            <p:cNvSpPr/>
            <p:nvPr/>
          </p:nvSpPr>
          <p:spPr>
            <a:xfrm>
              <a:off x="7354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8" name="Rectangle 1147"/>
            <p:cNvSpPr/>
            <p:nvPr/>
          </p:nvSpPr>
          <p:spPr>
            <a:xfrm>
              <a:off x="7362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9" name="Rectangle 1148"/>
            <p:cNvSpPr/>
            <p:nvPr/>
          </p:nvSpPr>
          <p:spPr>
            <a:xfrm>
              <a:off x="7428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0" name="Person229"/>
          <p:cNvGrpSpPr/>
          <p:nvPr/>
        </p:nvGrpSpPr>
        <p:grpSpPr>
          <a:xfrm>
            <a:off x="7545228" y="5410200"/>
            <a:ext cx="122872" cy="298989"/>
            <a:chOff x="7545228" y="5410200"/>
            <a:chExt cx="122872" cy="298989"/>
          </a:xfrm>
        </p:grpSpPr>
        <p:sp>
          <p:nvSpPr>
            <p:cNvPr id="1151" name="Oval 1150"/>
            <p:cNvSpPr/>
            <p:nvPr/>
          </p:nvSpPr>
          <p:spPr>
            <a:xfrm>
              <a:off x="7573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2" name="Rounded Rectangle 1151"/>
            <p:cNvSpPr/>
            <p:nvPr/>
          </p:nvSpPr>
          <p:spPr>
            <a:xfrm>
              <a:off x="7545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3" name="Rectangle 1152"/>
            <p:cNvSpPr/>
            <p:nvPr/>
          </p:nvSpPr>
          <p:spPr>
            <a:xfrm>
              <a:off x="7553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4" name="Rectangle 1153"/>
            <p:cNvSpPr/>
            <p:nvPr/>
          </p:nvSpPr>
          <p:spPr>
            <a:xfrm>
              <a:off x="7618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5" name="Person230"/>
          <p:cNvGrpSpPr/>
          <p:nvPr/>
        </p:nvGrpSpPr>
        <p:grpSpPr>
          <a:xfrm>
            <a:off x="7735728" y="5410200"/>
            <a:ext cx="122872" cy="298989"/>
            <a:chOff x="7735728" y="5410200"/>
            <a:chExt cx="122872" cy="298989"/>
          </a:xfrm>
        </p:grpSpPr>
        <p:sp>
          <p:nvSpPr>
            <p:cNvPr id="1156" name="Oval 1155"/>
            <p:cNvSpPr/>
            <p:nvPr/>
          </p:nvSpPr>
          <p:spPr>
            <a:xfrm>
              <a:off x="77643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7" name="Rounded Rectangle 1156"/>
            <p:cNvSpPr/>
            <p:nvPr/>
          </p:nvSpPr>
          <p:spPr>
            <a:xfrm>
              <a:off x="7735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8" name="Rectangle 1157"/>
            <p:cNvSpPr/>
            <p:nvPr/>
          </p:nvSpPr>
          <p:spPr>
            <a:xfrm>
              <a:off x="7743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9" name="Rectangle 1158"/>
            <p:cNvSpPr/>
            <p:nvPr/>
          </p:nvSpPr>
          <p:spPr>
            <a:xfrm>
              <a:off x="7809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60" name="Person231"/>
          <p:cNvGrpSpPr/>
          <p:nvPr/>
        </p:nvGrpSpPr>
        <p:grpSpPr>
          <a:xfrm>
            <a:off x="7926228" y="5410200"/>
            <a:ext cx="122872" cy="298989"/>
            <a:chOff x="7926228" y="5410200"/>
            <a:chExt cx="122872" cy="298989"/>
          </a:xfrm>
        </p:grpSpPr>
        <p:sp>
          <p:nvSpPr>
            <p:cNvPr id="1161" name="Oval 1160"/>
            <p:cNvSpPr/>
            <p:nvPr/>
          </p:nvSpPr>
          <p:spPr>
            <a:xfrm>
              <a:off x="7954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2" name="Rounded Rectangle 1161"/>
            <p:cNvSpPr/>
            <p:nvPr/>
          </p:nvSpPr>
          <p:spPr>
            <a:xfrm>
              <a:off x="7926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3" name="Rectangle 1162"/>
            <p:cNvSpPr/>
            <p:nvPr/>
          </p:nvSpPr>
          <p:spPr>
            <a:xfrm>
              <a:off x="7934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4" name="Rectangle 1163"/>
            <p:cNvSpPr/>
            <p:nvPr/>
          </p:nvSpPr>
          <p:spPr>
            <a:xfrm>
              <a:off x="7999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65" name="Person232"/>
          <p:cNvGrpSpPr/>
          <p:nvPr/>
        </p:nvGrpSpPr>
        <p:grpSpPr>
          <a:xfrm>
            <a:off x="8116728" y="5410200"/>
            <a:ext cx="122872" cy="298989"/>
            <a:chOff x="8116728" y="5410200"/>
            <a:chExt cx="122872" cy="298989"/>
          </a:xfrm>
        </p:grpSpPr>
        <p:sp>
          <p:nvSpPr>
            <p:cNvPr id="1166" name="Oval 1165"/>
            <p:cNvSpPr/>
            <p:nvPr/>
          </p:nvSpPr>
          <p:spPr>
            <a:xfrm>
              <a:off x="8145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7" name="Rounded Rectangle 1166"/>
            <p:cNvSpPr/>
            <p:nvPr/>
          </p:nvSpPr>
          <p:spPr>
            <a:xfrm>
              <a:off x="8116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8" name="Rectangle 1167"/>
            <p:cNvSpPr/>
            <p:nvPr/>
          </p:nvSpPr>
          <p:spPr>
            <a:xfrm>
              <a:off x="8124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9" name="Rectangle 1168"/>
            <p:cNvSpPr/>
            <p:nvPr/>
          </p:nvSpPr>
          <p:spPr>
            <a:xfrm>
              <a:off x="8190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70" name="Person233"/>
          <p:cNvGrpSpPr/>
          <p:nvPr/>
        </p:nvGrpSpPr>
        <p:grpSpPr>
          <a:xfrm>
            <a:off x="8307228" y="5410200"/>
            <a:ext cx="122872" cy="298989"/>
            <a:chOff x="8307228" y="5410200"/>
            <a:chExt cx="122872" cy="298989"/>
          </a:xfrm>
        </p:grpSpPr>
        <p:sp>
          <p:nvSpPr>
            <p:cNvPr id="1171" name="Oval 1170"/>
            <p:cNvSpPr/>
            <p:nvPr/>
          </p:nvSpPr>
          <p:spPr>
            <a:xfrm>
              <a:off x="83358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2" name="Rounded Rectangle 1171"/>
            <p:cNvSpPr/>
            <p:nvPr/>
          </p:nvSpPr>
          <p:spPr>
            <a:xfrm>
              <a:off x="8307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3" name="Rectangle 1172"/>
            <p:cNvSpPr/>
            <p:nvPr/>
          </p:nvSpPr>
          <p:spPr>
            <a:xfrm>
              <a:off x="8315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4" name="Rectangle 1173"/>
            <p:cNvSpPr/>
            <p:nvPr/>
          </p:nvSpPr>
          <p:spPr>
            <a:xfrm>
              <a:off x="8380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75" name="Person234"/>
          <p:cNvGrpSpPr/>
          <p:nvPr/>
        </p:nvGrpSpPr>
        <p:grpSpPr>
          <a:xfrm>
            <a:off x="8497728" y="5410200"/>
            <a:ext cx="122872" cy="298989"/>
            <a:chOff x="8497728" y="5410200"/>
            <a:chExt cx="122872" cy="298989"/>
          </a:xfrm>
        </p:grpSpPr>
        <p:sp>
          <p:nvSpPr>
            <p:cNvPr id="1176" name="Oval 1175"/>
            <p:cNvSpPr/>
            <p:nvPr/>
          </p:nvSpPr>
          <p:spPr>
            <a:xfrm>
              <a:off x="8526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7" name="Rounded Rectangle 1176"/>
            <p:cNvSpPr/>
            <p:nvPr/>
          </p:nvSpPr>
          <p:spPr>
            <a:xfrm>
              <a:off x="8497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8" name="Rectangle 1177"/>
            <p:cNvSpPr/>
            <p:nvPr/>
          </p:nvSpPr>
          <p:spPr>
            <a:xfrm>
              <a:off x="8505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9" name="Rectangle 1178"/>
            <p:cNvSpPr/>
            <p:nvPr/>
          </p:nvSpPr>
          <p:spPr>
            <a:xfrm>
              <a:off x="8571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0" name="Person235"/>
          <p:cNvGrpSpPr/>
          <p:nvPr/>
        </p:nvGrpSpPr>
        <p:grpSpPr>
          <a:xfrm>
            <a:off x="8688228" y="5410200"/>
            <a:ext cx="122872" cy="298989"/>
            <a:chOff x="8688228" y="5410200"/>
            <a:chExt cx="122872" cy="298989"/>
          </a:xfrm>
        </p:grpSpPr>
        <p:sp>
          <p:nvSpPr>
            <p:cNvPr id="1181" name="Oval 1180"/>
            <p:cNvSpPr/>
            <p:nvPr/>
          </p:nvSpPr>
          <p:spPr>
            <a:xfrm>
              <a:off x="8716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2" name="Rounded Rectangle 1181"/>
            <p:cNvSpPr/>
            <p:nvPr/>
          </p:nvSpPr>
          <p:spPr>
            <a:xfrm>
              <a:off x="8688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3" name="Rectangle 1182"/>
            <p:cNvSpPr/>
            <p:nvPr/>
          </p:nvSpPr>
          <p:spPr>
            <a:xfrm>
              <a:off x="8696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4" name="Rectangle 1183"/>
            <p:cNvSpPr/>
            <p:nvPr/>
          </p:nvSpPr>
          <p:spPr>
            <a:xfrm>
              <a:off x="8761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5" name="Person236"/>
          <p:cNvGrpSpPr/>
          <p:nvPr/>
        </p:nvGrpSpPr>
        <p:grpSpPr>
          <a:xfrm>
            <a:off x="8878728" y="5410200"/>
            <a:ext cx="122872" cy="298989"/>
            <a:chOff x="8878728" y="5410200"/>
            <a:chExt cx="122872" cy="298989"/>
          </a:xfrm>
        </p:grpSpPr>
        <p:sp>
          <p:nvSpPr>
            <p:cNvPr id="1186" name="Oval 1185"/>
            <p:cNvSpPr/>
            <p:nvPr/>
          </p:nvSpPr>
          <p:spPr>
            <a:xfrm>
              <a:off x="8907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7" name="Rounded Rectangle 1186"/>
            <p:cNvSpPr/>
            <p:nvPr/>
          </p:nvSpPr>
          <p:spPr>
            <a:xfrm>
              <a:off x="8878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8" name="Rectangle 1187"/>
            <p:cNvSpPr/>
            <p:nvPr/>
          </p:nvSpPr>
          <p:spPr>
            <a:xfrm>
              <a:off x="8886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9" name="Rectangle 1188"/>
            <p:cNvSpPr/>
            <p:nvPr/>
          </p:nvSpPr>
          <p:spPr>
            <a:xfrm>
              <a:off x="8952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90" name="Person237"/>
          <p:cNvGrpSpPr/>
          <p:nvPr/>
        </p:nvGrpSpPr>
        <p:grpSpPr>
          <a:xfrm>
            <a:off x="9069228" y="5410200"/>
            <a:ext cx="122872" cy="298989"/>
            <a:chOff x="9069228" y="5410200"/>
            <a:chExt cx="122872" cy="298989"/>
          </a:xfrm>
        </p:grpSpPr>
        <p:sp>
          <p:nvSpPr>
            <p:cNvPr id="1191" name="Oval 1190"/>
            <p:cNvSpPr/>
            <p:nvPr/>
          </p:nvSpPr>
          <p:spPr>
            <a:xfrm>
              <a:off x="9097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2" name="Rounded Rectangle 1191"/>
            <p:cNvSpPr/>
            <p:nvPr/>
          </p:nvSpPr>
          <p:spPr>
            <a:xfrm>
              <a:off x="9069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3" name="Rectangle 1192"/>
            <p:cNvSpPr/>
            <p:nvPr/>
          </p:nvSpPr>
          <p:spPr>
            <a:xfrm>
              <a:off x="9077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4" name="Rectangle 1193"/>
            <p:cNvSpPr/>
            <p:nvPr/>
          </p:nvSpPr>
          <p:spPr>
            <a:xfrm>
              <a:off x="9142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95" name="Person238"/>
          <p:cNvGrpSpPr/>
          <p:nvPr/>
        </p:nvGrpSpPr>
        <p:grpSpPr>
          <a:xfrm>
            <a:off x="9259728" y="5410200"/>
            <a:ext cx="122872" cy="298989"/>
            <a:chOff x="9259728" y="5410200"/>
            <a:chExt cx="122872" cy="298989"/>
          </a:xfrm>
        </p:grpSpPr>
        <p:sp>
          <p:nvSpPr>
            <p:cNvPr id="1196" name="Oval 1195"/>
            <p:cNvSpPr/>
            <p:nvPr/>
          </p:nvSpPr>
          <p:spPr>
            <a:xfrm>
              <a:off x="9288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7" name="Rounded Rectangle 1196"/>
            <p:cNvSpPr/>
            <p:nvPr/>
          </p:nvSpPr>
          <p:spPr>
            <a:xfrm>
              <a:off x="9259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8" name="Rectangle 1197"/>
            <p:cNvSpPr/>
            <p:nvPr/>
          </p:nvSpPr>
          <p:spPr>
            <a:xfrm>
              <a:off x="9267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9" name="Rectangle 1198"/>
            <p:cNvSpPr/>
            <p:nvPr/>
          </p:nvSpPr>
          <p:spPr>
            <a:xfrm>
              <a:off x="9333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0" name="Person239"/>
          <p:cNvGrpSpPr/>
          <p:nvPr/>
        </p:nvGrpSpPr>
        <p:grpSpPr>
          <a:xfrm>
            <a:off x="9450228" y="5410200"/>
            <a:ext cx="122872" cy="298989"/>
            <a:chOff x="9450228" y="5410200"/>
            <a:chExt cx="122872" cy="298989"/>
          </a:xfrm>
        </p:grpSpPr>
        <p:sp>
          <p:nvSpPr>
            <p:cNvPr id="1201" name="Oval 1200"/>
            <p:cNvSpPr/>
            <p:nvPr/>
          </p:nvSpPr>
          <p:spPr>
            <a:xfrm>
              <a:off x="9478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2" name="Rounded Rectangle 1201"/>
            <p:cNvSpPr/>
            <p:nvPr/>
          </p:nvSpPr>
          <p:spPr>
            <a:xfrm>
              <a:off x="9450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3" name="Rectangle 1202"/>
            <p:cNvSpPr/>
            <p:nvPr/>
          </p:nvSpPr>
          <p:spPr>
            <a:xfrm>
              <a:off x="9458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4" name="Rectangle 1203"/>
            <p:cNvSpPr/>
            <p:nvPr/>
          </p:nvSpPr>
          <p:spPr>
            <a:xfrm>
              <a:off x="9523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5" name="Person240"/>
          <p:cNvGrpSpPr/>
          <p:nvPr/>
        </p:nvGrpSpPr>
        <p:grpSpPr>
          <a:xfrm>
            <a:off x="9640728" y="5410200"/>
            <a:ext cx="122872" cy="298989"/>
            <a:chOff x="9640728" y="5410200"/>
            <a:chExt cx="122872" cy="298989"/>
          </a:xfrm>
        </p:grpSpPr>
        <p:sp>
          <p:nvSpPr>
            <p:cNvPr id="1206" name="Oval 1205"/>
            <p:cNvSpPr/>
            <p:nvPr/>
          </p:nvSpPr>
          <p:spPr>
            <a:xfrm>
              <a:off x="9669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7" name="Rounded Rectangle 1206"/>
            <p:cNvSpPr/>
            <p:nvPr/>
          </p:nvSpPr>
          <p:spPr>
            <a:xfrm>
              <a:off x="9640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8" name="Rectangle 1207"/>
            <p:cNvSpPr/>
            <p:nvPr/>
          </p:nvSpPr>
          <p:spPr>
            <a:xfrm>
              <a:off x="9648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9" name="Rectangle 1208"/>
            <p:cNvSpPr/>
            <p:nvPr/>
          </p:nvSpPr>
          <p:spPr>
            <a:xfrm>
              <a:off x="9714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10" name="Person241"/>
          <p:cNvGrpSpPr/>
          <p:nvPr/>
        </p:nvGrpSpPr>
        <p:grpSpPr>
          <a:xfrm>
            <a:off x="9831228" y="5410200"/>
            <a:ext cx="122872" cy="298989"/>
            <a:chOff x="9831228" y="5410200"/>
            <a:chExt cx="122872" cy="298989"/>
          </a:xfrm>
        </p:grpSpPr>
        <p:sp>
          <p:nvSpPr>
            <p:cNvPr id="1211" name="Oval 1210"/>
            <p:cNvSpPr/>
            <p:nvPr/>
          </p:nvSpPr>
          <p:spPr>
            <a:xfrm>
              <a:off x="9859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2" name="Rounded Rectangle 1211"/>
            <p:cNvSpPr/>
            <p:nvPr/>
          </p:nvSpPr>
          <p:spPr>
            <a:xfrm>
              <a:off x="9831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3" name="Rectangle 1212"/>
            <p:cNvSpPr/>
            <p:nvPr/>
          </p:nvSpPr>
          <p:spPr>
            <a:xfrm>
              <a:off x="9839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4" name="Rectangle 1213"/>
            <p:cNvSpPr/>
            <p:nvPr/>
          </p:nvSpPr>
          <p:spPr>
            <a:xfrm>
              <a:off x="9904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15" name="Person242"/>
          <p:cNvGrpSpPr/>
          <p:nvPr/>
        </p:nvGrpSpPr>
        <p:grpSpPr>
          <a:xfrm>
            <a:off x="10021728" y="5410200"/>
            <a:ext cx="122872" cy="298989"/>
            <a:chOff x="10021728" y="5410200"/>
            <a:chExt cx="122872" cy="298989"/>
          </a:xfrm>
        </p:grpSpPr>
        <p:sp>
          <p:nvSpPr>
            <p:cNvPr id="1216" name="Oval 1215"/>
            <p:cNvSpPr/>
            <p:nvPr/>
          </p:nvSpPr>
          <p:spPr>
            <a:xfrm>
              <a:off x="10050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7" name="Rounded Rectangle 1216"/>
            <p:cNvSpPr/>
            <p:nvPr/>
          </p:nvSpPr>
          <p:spPr>
            <a:xfrm>
              <a:off x="10021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8" name="Rectangle 1217"/>
            <p:cNvSpPr/>
            <p:nvPr/>
          </p:nvSpPr>
          <p:spPr>
            <a:xfrm>
              <a:off x="10029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9" name="Rectangle 1218"/>
            <p:cNvSpPr/>
            <p:nvPr/>
          </p:nvSpPr>
          <p:spPr>
            <a:xfrm>
              <a:off x="10095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20" name="Person243"/>
          <p:cNvGrpSpPr/>
          <p:nvPr/>
        </p:nvGrpSpPr>
        <p:grpSpPr>
          <a:xfrm>
            <a:off x="10212228" y="5410200"/>
            <a:ext cx="122872" cy="298989"/>
            <a:chOff x="10212228" y="5410200"/>
            <a:chExt cx="122872" cy="298989"/>
          </a:xfrm>
        </p:grpSpPr>
        <p:sp>
          <p:nvSpPr>
            <p:cNvPr id="1221" name="Oval 1220"/>
            <p:cNvSpPr/>
            <p:nvPr/>
          </p:nvSpPr>
          <p:spPr>
            <a:xfrm>
              <a:off x="10240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2" name="Rounded Rectangle 1221"/>
            <p:cNvSpPr/>
            <p:nvPr/>
          </p:nvSpPr>
          <p:spPr>
            <a:xfrm>
              <a:off x="10212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3" name="Rectangle 1222"/>
            <p:cNvSpPr/>
            <p:nvPr/>
          </p:nvSpPr>
          <p:spPr>
            <a:xfrm>
              <a:off x="10220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4" name="Rectangle 1223"/>
            <p:cNvSpPr/>
            <p:nvPr/>
          </p:nvSpPr>
          <p:spPr>
            <a:xfrm>
              <a:off x="10285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25" name="Person244"/>
          <p:cNvGrpSpPr/>
          <p:nvPr/>
        </p:nvGrpSpPr>
        <p:grpSpPr>
          <a:xfrm>
            <a:off x="10402728" y="5410200"/>
            <a:ext cx="122872" cy="298989"/>
            <a:chOff x="10402728" y="5410200"/>
            <a:chExt cx="122872" cy="298989"/>
          </a:xfrm>
        </p:grpSpPr>
        <p:sp>
          <p:nvSpPr>
            <p:cNvPr id="1226" name="Oval 1225"/>
            <p:cNvSpPr/>
            <p:nvPr/>
          </p:nvSpPr>
          <p:spPr>
            <a:xfrm>
              <a:off x="10431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7" name="Rounded Rectangle 1226"/>
            <p:cNvSpPr/>
            <p:nvPr/>
          </p:nvSpPr>
          <p:spPr>
            <a:xfrm>
              <a:off x="10402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8" name="Rectangle 1227"/>
            <p:cNvSpPr/>
            <p:nvPr/>
          </p:nvSpPr>
          <p:spPr>
            <a:xfrm>
              <a:off x="10410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9" name="Rectangle 1228"/>
            <p:cNvSpPr/>
            <p:nvPr/>
          </p:nvSpPr>
          <p:spPr>
            <a:xfrm>
              <a:off x="10476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30" name="Person245"/>
          <p:cNvGrpSpPr/>
          <p:nvPr/>
        </p:nvGrpSpPr>
        <p:grpSpPr>
          <a:xfrm>
            <a:off x="10593228" y="5410200"/>
            <a:ext cx="122872" cy="298989"/>
            <a:chOff x="10593228" y="5410200"/>
            <a:chExt cx="122872" cy="298989"/>
          </a:xfrm>
        </p:grpSpPr>
        <p:sp>
          <p:nvSpPr>
            <p:cNvPr id="1231" name="Oval 1230"/>
            <p:cNvSpPr/>
            <p:nvPr/>
          </p:nvSpPr>
          <p:spPr>
            <a:xfrm>
              <a:off x="10621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2" name="Rounded Rectangle 1231"/>
            <p:cNvSpPr/>
            <p:nvPr/>
          </p:nvSpPr>
          <p:spPr>
            <a:xfrm>
              <a:off x="10593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3" name="Rectangle 1232"/>
            <p:cNvSpPr/>
            <p:nvPr/>
          </p:nvSpPr>
          <p:spPr>
            <a:xfrm>
              <a:off x="10601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4" name="Rectangle 1233"/>
            <p:cNvSpPr/>
            <p:nvPr/>
          </p:nvSpPr>
          <p:spPr>
            <a:xfrm>
              <a:off x="10666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35" name="Person246"/>
          <p:cNvGrpSpPr/>
          <p:nvPr/>
        </p:nvGrpSpPr>
        <p:grpSpPr>
          <a:xfrm>
            <a:off x="10783728" y="5410200"/>
            <a:ext cx="122872" cy="298989"/>
            <a:chOff x="10783728" y="5410200"/>
            <a:chExt cx="122872" cy="298989"/>
          </a:xfrm>
        </p:grpSpPr>
        <p:sp>
          <p:nvSpPr>
            <p:cNvPr id="1236" name="Oval 1235"/>
            <p:cNvSpPr/>
            <p:nvPr/>
          </p:nvSpPr>
          <p:spPr>
            <a:xfrm>
              <a:off x="10812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7" name="Rounded Rectangle 1236"/>
            <p:cNvSpPr/>
            <p:nvPr/>
          </p:nvSpPr>
          <p:spPr>
            <a:xfrm>
              <a:off x="10783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8" name="Rectangle 1237"/>
            <p:cNvSpPr/>
            <p:nvPr/>
          </p:nvSpPr>
          <p:spPr>
            <a:xfrm>
              <a:off x="10791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9" name="Rectangle 1238"/>
            <p:cNvSpPr/>
            <p:nvPr/>
          </p:nvSpPr>
          <p:spPr>
            <a:xfrm>
              <a:off x="10857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0" name="Person247"/>
          <p:cNvGrpSpPr/>
          <p:nvPr/>
        </p:nvGrpSpPr>
        <p:grpSpPr>
          <a:xfrm>
            <a:off x="10974228" y="5410200"/>
            <a:ext cx="122872" cy="298989"/>
            <a:chOff x="10974228" y="5410200"/>
            <a:chExt cx="122872" cy="298989"/>
          </a:xfrm>
        </p:grpSpPr>
        <p:sp>
          <p:nvSpPr>
            <p:cNvPr id="1241" name="Oval 1240"/>
            <p:cNvSpPr/>
            <p:nvPr/>
          </p:nvSpPr>
          <p:spPr>
            <a:xfrm>
              <a:off x="11002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2" name="Rounded Rectangle 1241"/>
            <p:cNvSpPr/>
            <p:nvPr/>
          </p:nvSpPr>
          <p:spPr>
            <a:xfrm>
              <a:off x="10974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3" name="Rectangle 1242"/>
            <p:cNvSpPr/>
            <p:nvPr/>
          </p:nvSpPr>
          <p:spPr>
            <a:xfrm>
              <a:off x="10982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4" name="Rectangle 1243"/>
            <p:cNvSpPr/>
            <p:nvPr/>
          </p:nvSpPr>
          <p:spPr>
            <a:xfrm>
              <a:off x="11047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5" name="Person248"/>
          <p:cNvGrpSpPr/>
          <p:nvPr/>
        </p:nvGrpSpPr>
        <p:grpSpPr>
          <a:xfrm>
            <a:off x="11164728" y="5410200"/>
            <a:ext cx="122872" cy="298989"/>
            <a:chOff x="11164728" y="5410200"/>
            <a:chExt cx="122872" cy="298989"/>
          </a:xfrm>
        </p:grpSpPr>
        <p:sp>
          <p:nvSpPr>
            <p:cNvPr id="1246" name="Oval 1245"/>
            <p:cNvSpPr/>
            <p:nvPr/>
          </p:nvSpPr>
          <p:spPr>
            <a:xfrm>
              <a:off x="11193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7" name="Rounded Rectangle 1246"/>
            <p:cNvSpPr/>
            <p:nvPr/>
          </p:nvSpPr>
          <p:spPr>
            <a:xfrm>
              <a:off x="11164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8" name="Rectangle 1247"/>
            <p:cNvSpPr/>
            <p:nvPr/>
          </p:nvSpPr>
          <p:spPr>
            <a:xfrm>
              <a:off x="11172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9" name="Rectangle 1248"/>
            <p:cNvSpPr/>
            <p:nvPr/>
          </p:nvSpPr>
          <p:spPr>
            <a:xfrm>
              <a:off x="11238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50" name="Person249"/>
          <p:cNvGrpSpPr/>
          <p:nvPr/>
        </p:nvGrpSpPr>
        <p:grpSpPr>
          <a:xfrm>
            <a:off x="11355228" y="5410200"/>
            <a:ext cx="122872" cy="298989"/>
            <a:chOff x="11355228" y="5410200"/>
            <a:chExt cx="122872" cy="298989"/>
          </a:xfrm>
        </p:grpSpPr>
        <p:sp>
          <p:nvSpPr>
            <p:cNvPr id="1251" name="Oval 1250"/>
            <p:cNvSpPr/>
            <p:nvPr/>
          </p:nvSpPr>
          <p:spPr>
            <a:xfrm>
              <a:off x="11383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2" name="Rounded Rectangle 1251"/>
            <p:cNvSpPr/>
            <p:nvPr/>
          </p:nvSpPr>
          <p:spPr>
            <a:xfrm>
              <a:off x="11355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3" name="Rectangle 1252"/>
            <p:cNvSpPr/>
            <p:nvPr/>
          </p:nvSpPr>
          <p:spPr>
            <a:xfrm>
              <a:off x="11363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4" name="Rectangle 1253"/>
            <p:cNvSpPr/>
            <p:nvPr/>
          </p:nvSpPr>
          <p:spPr>
            <a:xfrm>
              <a:off x="11428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5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ПОТЕНЦИАЛЬНАЯ АУДИТОРИЯ</a:t>
            </a:r>
          </a:p>
        </p:txBody>
      </p:sp>
      <p:sp>
        <p:nvSpPr>
          <p:cNvPr id="125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259" name="PageIndex_18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1262" name="Text_259"/>
          <p:cNvSpPr txBox="1"/>
          <p:nvPr/>
        </p:nvSpPr>
        <p:spPr>
          <a:xfrm>
            <a:off x="800100" y="5219700"/>
            <a:ext cx="581025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 только операторы ДНГ —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также технологи, электромонтёры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другие специалисты.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3" name="FullSlidePhoto_peop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4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ПРЕДЛОЖЕНИЕ</a:t>
            </a:r>
          </a:p>
        </p:txBody>
      </p:sp>
      <p:sp>
        <p:nvSpPr>
          <p:cNvPr id="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5" name="PageIndex_19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6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350" b="1">
                <a:solidFill>
                  <a:srgbClr val="FFFFFF"/>
                </a:solidFill>
                <a:latin typeface="Arial"/>
              </a:defRPr>
            </a:pPr>
            <a:r>
              <a:t>Предложение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762000" y="2667000"/>
            <a:ext cx="10668000" cy="1190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775" b="1">
                <a:solidFill>
                  <a:srgbClr val="FFFFFF"/>
                </a:solidFill>
                <a:latin typeface="Arial"/>
              </a:defRPr>
            </a:pPr>
            <a:r>
              <a:t>Выпустить следующее обновление приложения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775" b="1">
                <a:solidFill>
                  <a:srgbClr val="FFFFFF"/>
                </a:solidFill>
                <a:latin typeface="Arial"/>
              </a:defRPr>
            </a:pPr>
            <a:r>
              <a:t>от имени ООО «РН-Юганскнефтегаз».</a:t>
            </a:r>
          </a:p>
        </p:txBody>
      </p:sp>
      <p:sp>
        <p:nvSpPr>
          <p:cNvPr id="8" name="Block_7"/>
          <p:cNvSpPr/>
          <p:nvPr/>
        </p:nvSpPr>
        <p:spPr>
          <a:xfrm>
            <a:off x="790575" y="4086225"/>
            <a:ext cx="1047749" cy="4762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_8"/>
          <p:cNvSpPr txBox="1"/>
          <p:nvPr/>
        </p:nvSpPr>
        <p:spPr>
          <a:xfrm>
            <a:off x="781050" y="4448175"/>
            <a:ext cx="1062037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CD00"/>
                </a:solidFill>
                <a:latin typeface="Arial"/>
              </a:defRPr>
            </a:pPr>
            <a:r>
              <a:t>Получить письменное разрешение уполномоченного руководства: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800100" y="5191125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На выпуск от имени Общества и использование наименования.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800100" y="5591175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На использование логотипа «Роснефть» и согласованных материалов.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800100" y="6048375"/>
            <a:ext cx="106680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Официальный документ: подпись уполномоченного лица, печать — по порядку компании.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imag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9" name="PageIndex_20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10" name="ClosingThanks"/>
          <p:cNvSpPr txBox="1"/>
          <p:nvPr/>
        </p:nvSpPr>
        <p:spPr>
          <a:xfrm>
            <a:off x="723900" y="1952624"/>
            <a:ext cx="8953500" cy="2000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5850" b="1">
                <a:solidFill>
                  <a:srgbClr val="FFFFFF"/>
                </a:solidFill>
                <a:latin typeface="Arial"/>
              </a:defRPr>
            </a:pPr>
            <a:r>
              <a:t>СПАСИБО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5850" b="1">
                <a:solidFill>
                  <a:srgbClr val="FFFFFF"/>
                </a:solidFill>
                <a:latin typeface="Arial"/>
              </a:defRPr>
            </a:pPr>
            <a:r>
              <a:t>ЗА ВНИМАНИЕ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Оператор ДНГ — уточнение вступления и финала</dc:title>
  <dc:subject>Согласованные задачи, реальные расчёты, пошаговые инструкции и практическая польза</dc:subject>
  <dc:creator>Якупов Муса Ильдарович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2026-10-24T08:26:40Z</dcterms:modified>
  <cp:category/>
</cp:coreProperties>
</file>