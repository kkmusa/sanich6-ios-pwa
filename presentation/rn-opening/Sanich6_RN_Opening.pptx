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кадра проверки вступления по референсу «Марс». Чёрный, белый, жёлтый; не утверждённый корпоративный шаблон. Изображение сгенерировано для иллюстрации, не фотография объекта компании. WordAperture — редактируемая векторная фигура с отверстиями по буквам. Для движения нужен Morph; запасной Push имеет другое поведение. Воспроизведение в Microsoft PowerPoint здесь не испытано.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кадра проверки вступления по референсу «Марс». Чёрный, белый, жёлтый; не утверждённый корпоративный шаблон. Изображение сгенерировано для иллюстрации, не фотография объекта компании. WordAperture — редактируемая векторная фигура с отверстиями по буквам. Для движения нужен Morph; запасной Push имеет другое поведение. Воспроизведение в Microsoft PowerPoint здесь не испытано.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кадра проверки вступления по референсу «Марс». Чёрный, белый, жёлтый; не утверждённый корпоративный шаблон. Изображение сгенерировано для иллюстрации, не фотография объекта компании. WordAperture — редактируемая векторная фигура с отверстиями по буквам. Для движения нужен Morph; запасной Push имеет другое поведение. Воспроизведение в Microsoft PowerPoint здесь не испытано.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0" y="0"/>
            <a:ext cx="12192000" cy="6858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5493" y="41800"/>
                </a:moveTo>
                <a:cubicBezTo>
                  <a:pt x="17619" y="41800"/>
                  <a:pt x="19096" y="40568"/>
                  <a:pt x="19924" y="38103"/>
                </a:cubicBezTo>
                <a:lnTo>
                  <a:pt x="22994" y="39441"/>
                </a:lnTo>
                <a:cubicBezTo>
                  <a:pt x="22333" y="41317"/>
                  <a:pt x="21363" y="42713"/>
                  <a:pt x="20085" y="43628"/>
                </a:cubicBezTo>
                <a:cubicBezTo>
                  <a:pt x="18807" y="44543"/>
                  <a:pt x="17276" y="45000"/>
                  <a:pt x="15493" y="45000"/>
                </a:cubicBezTo>
                <a:cubicBezTo>
                  <a:pt x="12785" y="45000"/>
                  <a:pt x="10693" y="44115"/>
                  <a:pt x="9216" y="42345"/>
                </a:cubicBezTo>
                <a:cubicBezTo>
                  <a:pt x="7739" y="40575"/>
                  <a:pt x="7000" y="38099"/>
                  <a:pt x="7000" y="34917"/>
                </a:cubicBezTo>
                <a:cubicBezTo>
                  <a:pt x="7000" y="31726"/>
                  <a:pt x="7713" y="29276"/>
                  <a:pt x="9138" y="27566"/>
                </a:cubicBezTo>
                <a:cubicBezTo>
                  <a:pt x="10563" y="25855"/>
                  <a:pt x="12630" y="25000"/>
                  <a:pt x="15337" y="25000"/>
                </a:cubicBezTo>
                <a:cubicBezTo>
                  <a:pt x="17312" y="25000"/>
                  <a:pt x="18921" y="25457"/>
                  <a:pt x="20163" y="26372"/>
                </a:cubicBezTo>
                <a:cubicBezTo>
                  <a:pt x="21405" y="27287"/>
                  <a:pt x="22277" y="28632"/>
                  <a:pt x="22779" y="30407"/>
                </a:cubicBezTo>
                <a:lnTo>
                  <a:pt x="19673" y="31386"/>
                </a:lnTo>
                <a:cubicBezTo>
                  <a:pt x="19411" y="30411"/>
                  <a:pt x="18895" y="29637"/>
                  <a:pt x="18126" y="29062"/>
                </a:cubicBezTo>
                <a:cubicBezTo>
                  <a:pt x="17358" y="28487"/>
                  <a:pt x="16452" y="28200"/>
                  <a:pt x="15409" y="28200"/>
                </a:cubicBezTo>
                <a:cubicBezTo>
                  <a:pt x="13816" y="28200"/>
                  <a:pt x="12608" y="28770"/>
                  <a:pt x="11784" y="29910"/>
                </a:cubicBezTo>
                <a:cubicBezTo>
                  <a:pt x="10960" y="31051"/>
                  <a:pt x="10548" y="32720"/>
                  <a:pt x="10548" y="34917"/>
                </a:cubicBezTo>
                <a:cubicBezTo>
                  <a:pt x="10548" y="37152"/>
                  <a:pt x="10972" y="38857"/>
                  <a:pt x="11820" y="40034"/>
                </a:cubicBezTo>
                <a:cubicBezTo>
                  <a:pt x="12668" y="41211"/>
                  <a:pt x="13892" y="41800"/>
                  <a:pt x="15493" y="41800"/>
                </a:cubicBezTo>
                <a:close/>
                <a:moveTo>
                  <a:pt x="37196" y="44724"/>
                </a:moveTo>
                <a:lnTo>
                  <a:pt x="35703" y="39759"/>
                </a:lnTo>
                <a:lnTo>
                  <a:pt x="29289" y="39759"/>
                </a:lnTo>
                <a:lnTo>
                  <a:pt x="27796" y="44724"/>
                </a:lnTo>
                <a:lnTo>
                  <a:pt x="24272" y="44724"/>
                </a:lnTo>
                <a:lnTo>
                  <a:pt x="30412" y="25290"/>
                </a:lnTo>
                <a:lnTo>
                  <a:pt x="34568" y="25290"/>
                </a:lnTo>
                <a:lnTo>
                  <a:pt x="40684" y="44724"/>
                </a:lnTo>
                <a:close/>
                <a:moveTo>
                  <a:pt x="32490" y="28283"/>
                </a:moveTo>
                <a:lnTo>
                  <a:pt x="32418" y="28586"/>
                </a:lnTo>
                <a:cubicBezTo>
                  <a:pt x="32339" y="28917"/>
                  <a:pt x="32243" y="29294"/>
                  <a:pt x="32132" y="29717"/>
                </a:cubicBezTo>
                <a:cubicBezTo>
                  <a:pt x="32020" y="30140"/>
                  <a:pt x="31335" y="32467"/>
                  <a:pt x="30077" y="36697"/>
                </a:cubicBezTo>
                <a:lnTo>
                  <a:pt x="34915" y="36697"/>
                </a:lnTo>
                <a:lnTo>
                  <a:pt x="33254" y="31110"/>
                </a:lnTo>
                <a:lnTo>
                  <a:pt x="32741" y="29234"/>
                </a:lnTo>
                <a:close/>
                <a:moveTo>
                  <a:pt x="53823" y="44724"/>
                </a:moveTo>
                <a:lnTo>
                  <a:pt x="53823" y="36393"/>
                </a:lnTo>
                <a:lnTo>
                  <a:pt x="46489" y="36393"/>
                </a:lnTo>
                <a:lnTo>
                  <a:pt x="46489" y="44724"/>
                </a:lnTo>
                <a:lnTo>
                  <a:pt x="42965" y="44724"/>
                </a:lnTo>
                <a:lnTo>
                  <a:pt x="42965" y="25290"/>
                </a:lnTo>
                <a:lnTo>
                  <a:pt x="46489" y="25290"/>
                </a:lnTo>
                <a:lnTo>
                  <a:pt x="46489" y="33028"/>
                </a:lnTo>
                <a:lnTo>
                  <a:pt x="53823" y="33028"/>
                </a:lnTo>
                <a:lnTo>
                  <a:pt x="53823" y="25290"/>
                </a:lnTo>
                <a:lnTo>
                  <a:pt x="57347" y="25290"/>
                </a:lnTo>
                <a:lnTo>
                  <a:pt x="57347" y="44724"/>
                </a:lnTo>
                <a:close/>
                <a:moveTo>
                  <a:pt x="75228" y="38779"/>
                </a:moveTo>
                <a:cubicBezTo>
                  <a:pt x="75228" y="36959"/>
                  <a:pt x="74722" y="35545"/>
                  <a:pt x="73711" y="34538"/>
                </a:cubicBezTo>
                <a:cubicBezTo>
                  <a:pt x="72700" y="33531"/>
                  <a:pt x="71258" y="33028"/>
                  <a:pt x="69387" y="33028"/>
                </a:cubicBezTo>
                <a:lnTo>
                  <a:pt x="64155" y="33028"/>
                </a:lnTo>
                <a:lnTo>
                  <a:pt x="64155" y="25290"/>
                </a:lnTo>
                <a:lnTo>
                  <a:pt x="60632" y="25290"/>
                </a:lnTo>
                <a:lnTo>
                  <a:pt x="60632" y="44724"/>
                </a:lnTo>
                <a:lnTo>
                  <a:pt x="69005" y="44724"/>
                </a:lnTo>
                <a:cubicBezTo>
                  <a:pt x="70287" y="44724"/>
                  <a:pt x="71400" y="44476"/>
                  <a:pt x="72343" y="43979"/>
                </a:cubicBezTo>
                <a:cubicBezTo>
                  <a:pt x="73287" y="43483"/>
                  <a:pt x="74004" y="42786"/>
                  <a:pt x="74493" y="41890"/>
                </a:cubicBezTo>
                <a:cubicBezTo>
                  <a:pt x="74983" y="40993"/>
                  <a:pt x="75228" y="39956"/>
                  <a:pt x="75228" y="38779"/>
                </a:cubicBezTo>
                <a:close/>
                <a:moveTo>
                  <a:pt x="71668" y="38834"/>
                </a:moveTo>
                <a:cubicBezTo>
                  <a:pt x="71668" y="40646"/>
                  <a:pt x="70589" y="41552"/>
                  <a:pt x="68431" y="41552"/>
                </a:cubicBezTo>
                <a:lnTo>
                  <a:pt x="64155" y="41552"/>
                </a:lnTo>
                <a:lnTo>
                  <a:pt x="64155" y="36159"/>
                </a:lnTo>
                <a:lnTo>
                  <a:pt x="68360" y="36159"/>
                </a:lnTo>
                <a:cubicBezTo>
                  <a:pt x="69459" y="36159"/>
                  <a:pt x="70285" y="36391"/>
                  <a:pt x="70838" y="36855"/>
                </a:cubicBezTo>
                <a:cubicBezTo>
                  <a:pt x="71392" y="37320"/>
                  <a:pt x="71668" y="37979"/>
                  <a:pt x="71668" y="38834"/>
                </a:cubicBezTo>
                <a:close/>
                <a:moveTo>
                  <a:pt x="77784" y="44724"/>
                </a:moveTo>
                <a:lnTo>
                  <a:pt x="81308" y="44724"/>
                </a:lnTo>
                <a:lnTo>
                  <a:pt x="81308" y="25290"/>
                </a:lnTo>
                <a:lnTo>
                  <a:pt x="77784" y="25290"/>
                </a:lnTo>
                <a:close/>
                <a:moveTo>
                  <a:pt x="94961" y="44724"/>
                </a:moveTo>
                <a:lnTo>
                  <a:pt x="98484" y="44724"/>
                </a:lnTo>
                <a:lnTo>
                  <a:pt x="98484" y="25290"/>
                </a:lnTo>
                <a:lnTo>
                  <a:pt x="94961" y="25290"/>
                </a:lnTo>
                <a:lnTo>
                  <a:pt x="94961" y="34572"/>
                </a:lnTo>
                <a:cubicBezTo>
                  <a:pt x="93551" y="35060"/>
                  <a:pt x="92217" y="35303"/>
                  <a:pt x="90959" y="35303"/>
                </a:cubicBezTo>
                <a:cubicBezTo>
                  <a:pt x="89765" y="35303"/>
                  <a:pt x="88915" y="35030"/>
                  <a:pt x="88409" y="34483"/>
                </a:cubicBezTo>
                <a:cubicBezTo>
                  <a:pt x="87903" y="33936"/>
                  <a:pt x="87650" y="32936"/>
                  <a:pt x="87650" y="31483"/>
                </a:cubicBezTo>
                <a:lnTo>
                  <a:pt x="87650" y="25290"/>
                </a:lnTo>
                <a:lnTo>
                  <a:pt x="84258" y="25290"/>
                </a:lnTo>
                <a:lnTo>
                  <a:pt x="84258" y="31910"/>
                </a:lnTo>
                <a:cubicBezTo>
                  <a:pt x="84258" y="34108"/>
                  <a:pt x="84698" y="35726"/>
                  <a:pt x="85578" y="36766"/>
                </a:cubicBezTo>
                <a:cubicBezTo>
                  <a:pt x="86458" y="37805"/>
                  <a:pt x="87854" y="38324"/>
                  <a:pt x="89765" y="38324"/>
                </a:cubicBezTo>
                <a:cubicBezTo>
                  <a:pt x="91389" y="38324"/>
                  <a:pt x="93121" y="37943"/>
                  <a:pt x="94961" y="37179"/>
                </a:cubicBezTo>
                <a:close/>
                <a:moveTo>
                  <a:pt x="101088" y="39083"/>
                </a:moveTo>
                <a:lnTo>
                  <a:pt x="107299" y="39083"/>
                </a:lnTo>
                <a:lnTo>
                  <a:pt x="107299" y="35717"/>
                </a:lnTo>
                <a:lnTo>
                  <a:pt x="101088" y="35717"/>
                </a:lnTo>
                <a:close/>
                <a:moveTo>
                  <a:pt x="121000" y="38366"/>
                </a:moveTo>
                <a:cubicBezTo>
                  <a:pt x="121000" y="36471"/>
                  <a:pt x="120562" y="34972"/>
                  <a:pt x="119686" y="33869"/>
                </a:cubicBezTo>
                <a:cubicBezTo>
                  <a:pt x="118810" y="32766"/>
                  <a:pt x="117620" y="32214"/>
                  <a:pt x="116115" y="32214"/>
                </a:cubicBezTo>
                <a:cubicBezTo>
                  <a:pt x="115310" y="32214"/>
                  <a:pt x="114590" y="32398"/>
                  <a:pt x="113953" y="32766"/>
                </a:cubicBezTo>
                <a:cubicBezTo>
                  <a:pt x="113316" y="33133"/>
                  <a:pt x="112818" y="33662"/>
                  <a:pt x="112460" y="34352"/>
                </a:cubicBezTo>
                <a:cubicBezTo>
                  <a:pt x="112460" y="32237"/>
                  <a:pt x="112716" y="30660"/>
                  <a:pt x="113230" y="29621"/>
                </a:cubicBezTo>
                <a:cubicBezTo>
                  <a:pt x="113744" y="28582"/>
                  <a:pt x="114450" y="28062"/>
                  <a:pt x="115350" y="28062"/>
                </a:cubicBezTo>
                <a:cubicBezTo>
                  <a:pt x="116401" y="28062"/>
                  <a:pt x="117078" y="28701"/>
                  <a:pt x="117381" y="29979"/>
                </a:cubicBezTo>
                <a:lnTo>
                  <a:pt x="120546" y="29469"/>
                </a:lnTo>
                <a:cubicBezTo>
                  <a:pt x="120204" y="27943"/>
                  <a:pt x="119620" y="26816"/>
                  <a:pt x="118796" y="26090"/>
                </a:cubicBezTo>
                <a:cubicBezTo>
                  <a:pt x="117972" y="25363"/>
                  <a:pt x="116847" y="25000"/>
                  <a:pt x="115422" y="25000"/>
                </a:cubicBezTo>
                <a:cubicBezTo>
                  <a:pt x="113415" y="25000"/>
                  <a:pt x="111872" y="25876"/>
                  <a:pt x="110793" y="27628"/>
                </a:cubicBezTo>
                <a:cubicBezTo>
                  <a:pt x="109714" y="29379"/>
                  <a:pt x="109175" y="31989"/>
                  <a:pt x="109175" y="35455"/>
                </a:cubicBezTo>
                <a:cubicBezTo>
                  <a:pt x="109175" y="38609"/>
                  <a:pt x="109706" y="40989"/>
                  <a:pt x="110769" y="42593"/>
                </a:cubicBezTo>
                <a:cubicBezTo>
                  <a:pt x="111832" y="44198"/>
                  <a:pt x="113355" y="45000"/>
                  <a:pt x="115338" y="45000"/>
                </a:cubicBezTo>
                <a:cubicBezTo>
                  <a:pt x="117106" y="45000"/>
                  <a:pt x="118492" y="44411"/>
                  <a:pt x="119495" y="43234"/>
                </a:cubicBezTo>
                <a:cubicBezTo>
                  <a:pt x="120498" y="42057"/>
                  <a:pt x="121000" y="40434"/>
                  <a:pt x="121000" y="38366"/>
                </a:cubicBezTo>
                <a:close/>
                <a:moveTo>
                  <a:pt x="117632" y="38476"/>
                </a:moveTo>
                <a:cubicBezTo>
                  <a:pt x="117632" y="39570"/>
                  <a:pt x="117421" y="40428"/>
                  <a:pt x="116999" y="41048"/>
                </a:cubicBezTo>
                <a:cubicBezTo>
                  <a:pt x="116576" y="41669"/>
                  <a:pt x="115987" y="41979"/>
                  <a:pt x="115231" y="41979"/>
                </a:cubicBezTo>
                <a:cubicBezTo>
                  <a:pt x="114474" y="41979"/>
                  <a:pt x="113863" y="41609"/>
                  <a:pt x="113397" y="40869"/>
                </a:cubicBezTo>
                <a:cubicBezTo>
                  <a:pt x="112931" y="40129"/>
                  <a:pt x="112698" y="39193"/>
                  <a:pt x="112698" y="38062"/>
                </a:cubicBezTo>
                <a:cubicBezTo>
                  <a:pt x="112698" y="37161"/>
                  <a:pt x="112921" y="36437"/>
                  <a:pt x="113367" y="35890"/>
                </a:cubicBezTo>
                <a:cubicBezTo>
                  <a:pt x="113813" y="35343"/>
                  <a:pt x="114407" y="35069"/>
                  <a:pt x="115147" y="35069"/>
                </a:cubicBezTo>
                <a:cubicBezTo>
                  <a:pt x="115920" y="35069"/>
                  <a:pt x="116527" y="35361"/>
                  <a:pt x="116969" y="35945"/>
                </a:cubicBezTo>
                <a:cubicBezTo>
                  <a:pt x="117411" y="36529"/>
                  <a:pt x="117632" y="37372"/>
                  <a:pt x="117632" y="38476"/>
                </a:cubicBezTo>
                <a:close/>
              </a:path>
              <a:path w="128000" h="72000" fill="none" stroke="true">
                <a:moveTo>
                  <a:pt x="15493" y="41800"/>
                </a:moveTo>
                <a:cubicBezTo>
                  <a:pt x="17619" y="41800"/>
                  <a:pt x="19096" y="40568"/>
                  <a:pt x="19924" y="38103"/>
                </a:cubicBezTo>
                <a:lnTo>
                  <a:pt x="22994" y="39441"/>
                </a:lnTo>
                <a:cubicBezTo>
                  <a:pt x="22333" y="41317"/>
                  <a:pt x="21363" y="42713"/>
                  <a:pt x="20085" y="43628"/>
                </a:cubicBezTo>
                <a:cubicBezTo>
                  <a:pt x="18807" y="44543"/>
                  <a:pt x="17276" y="45000"/>
                  <a:pt x="15493" y="45000"/>
                </a:cubicBezTo>
                <a:cubicBezTo>
                  <a:pt x="12785" y="45000"/>
                  <a:pt x="10693" y="44115"/>
                  <a:pt x="9216" y="42345"/>
                </a:cubicBezTo>
                <a:cubicBezTo>
                  <a:pt x="7739" y="40575"/>
                  <a:pt x="7000" y="38099"/>
                  <a:pt x="7000" y="34917"/>
                </a:cubicBezTo>
                <a:cubicBezTo>
                  <a:pt x="7000" y="31726"/>
                  <a:pt x="7713" y="29276"/>
                  <a:pt x="9138" y="27566"/>
                </a:cubicBezTo>
                <a:cubicBezTo>
                  <a:pt x="10563" y="25855"/>
                  <a:pt x="12630" y="25000"/>
                  <a:pt x="15337" y="25000"/>
                </a:cubicBezTo>
                <a:cubicBezTo>
                  <a:pt x="17312" y="25000"/>
                  <a:pt x="18921" y="25457"/>
                  <a:pt x="20163" y="26372"/>
                </a:cubicBezTo>
                <a:cubicBezTo>
                  <a:pt x="21405" y="27287"/>
                  <a:pt x="22277" y="28632"/>
                  <a:pt x="22779" y="30407"/>
                </a:cubicBezTo>
                <a:lnTo>
                  <a:pt x="19673" y="31386"/>
                </a:lnTo>
                <a:cubicBezTo>
                  <a:pt x="19411" y="30411"/>
                  <a:pt x="18895" y="29637"/>
                  <a:pt x="18126" y="29062"/>
                </a:cubicBezTo>
                <a:cubicBezTo>
                  <a:pt x="17358" y="28487"/>
                  <a:pt x="16452" y="28200"/>
                  <a:pt x="15409" y="28200"/>
                </a:cubicBezTo>
                <a:cubicBezTo>
                  <a:pt x="13816" y="28200"/>
                  <a:pt x="12608" y="28770"/>
                  <a:pt x="11784" y="29910"/>
                </a:cubicBezTo>
                <a:cubicBezTo>
                  <a:pt x="10960" y="31051"/>
                  <a:pt x="10548" y="32720"/>
                  <a:pt x="10548" y="34917"/>
                </a:cubicBezTo>
                <a:cubicBezTo>
                  <a:pt x="10548" y="37152"/>
                  <a:pt x="10972" y="38857"/>
                  <a:pt x="11820" y="40034"/>
                </a:cubicBezTo>
                <a:cubicBezTo>
                  <a:pt x="12668" y="41211"/>
                  <a:pt x="13892" y="41800"/>
                  <a:pt x="15493" y="41800"/>
                </a:cubicBezTo>
                <a:close/>
                <a:moveTo>
                  <a:pt x="37196" y="44724"/>
                </a:moveTo>
                <a:lnTo>
                  <a:pt x="35703" y="39759"/>
                </a:lnTo>
                <a:lnTo>
                  <a:pt x="29289" y="39759"/>
                </a:lnTo>
                <a:lnTo>
                  <a:pt x="27796" y="44724"/>
                </a:lnTo>
                <a:lnTo>
                  <a:pt x="24272" y="44724"/>
                </a:lnTo>
                <a:lnTo>
                  <a:pt x="30412" y="25290"/>
                </a:lnTo>
                <a:lnTo>
                  <a:pt x="34568" y="25290"/>
                </a:lnTo>
                <a:lnTo>
                  <a:pt x="40684" y="44724"/>
                </a:lnTo>
                <a:close/>
                <a:moveTo>
                  <a:pt x="32490" y="28283"/>
                </a:moveTo>
                <a:lnTo>
                  <a:pt x="32418" y="28586"/>
                </a:lnTo>
                <a:cubicBezTo>
                  <a:pt x="32339" y="28917"/>
                  <a:pt x="32243" y="29294"/>
                  <a:pt x="32132" y="29717"/>
                </a:cubicBezTo>
                <a:cubicBezTo>
                  <a:pt x="32020" y="30140"/>
                  <a:pt x="31335" y="32467"/>
                  <a:pt x="30077" y="36697"/>
                </a:cubicBezTo>
                <a:lnTo>
                  <a:pt x="34915" y="36697"/>
                </a:lnTo>
                <a:lnTo>
                  <a:pt x="33254" y="31110"/>
                </a:lnTo>
                <a:lnTo>
                  <a:pt x="32741" y="29234"/>
                </a:lnTo>
                <a:close/>
                <a:moveTo>
                  <a:pt x="53823" y="44724"/>
                </a:moveTo>
                <a:lnTo>
                  <a:pt x="53823" y="36393"/>
                </a:lnTo>
                <a:lnTo>
                  <a:pt x="46489" y="36393"/>
                </a:lnTo>
                <a:lnTo>
                  <a:pt x="46489" y="44724"/>
                </a:lnTo>
                <a:lnTo>
                  <a:pt x="42965" y="44724"/>
                </a:lnTo>
                <a:lnTo>
                  <a:pt x="42965" y="25290"/>
                </a:lnTo>
                <a:lnTo>
                  <a:pt x="46489" y="25290"/>
                </a:lnTo>
                <a:lnTo>
                  <a:pt x="46489" y="33028"/>
                </a:lnTo>
                <a:lnTo>
                  <a:pt x="53823" y="33028"/>
                </a:lnTo>
                <a:lnTo>
                  <a:pt x="53823" y="25290"/>
                </a:lnTo>
                <a:lnTo>
                  <a:pt x="57347" y="25290"/>
                </a:lnTo>
                <a:lnTo>
                  <a:pt x="57347" y="44724"/>
                </a:lnTo>
                <a:close/>
                <a:moveTo>
                  <a:pt x="75228" y="38779"/>
                </a:moveTo>
                <a:cubicBezTo>
                  <a:pt x="75228" y="36959"/>
                  <a:pt x="74722" y="35545"/>
                  <a:pt x="73711" y="34538"/>
                </a:cubicBezTo>
                <a:cubicBezTo>
                  <a:pt x="72700" y="33531"/>
                  <a:pt x="71258" y="33028"/>
                  <a:pt x="69387" y="33028"/>
                </a:cubicBezTo>
                <a:lnTo>
                  <a:pt x="64155" y="33028"/>
                </a:lnTo>
                <a:lnTo>
                  <a:pt x="64155" y="25290"/>
                </a:lnTo>
                <a:lnTo>
                  <a:pt x="60632" y="25290"/>
                </a:lnTo>
                <a:lnTo>
                  <a:pt x="60632" y="44724"/>
                </a:lnTo>
                <a:lnTo>
                  <a:pt x="69005" y="44724"/>
                </a:lnTo>
                <a:cubicBezTo>
                  <a:pt x="70287" y="44724"/>
                  <a:pt x="71400" y="44476"/>
                  <a:pt x="72343" y="43979"/>
                </a:cubicBezTo>
                <a:cubicBezTo>
                  <a:pt x="73287" y="43483"/>
                  <a:pt x="74004" y="42786"/>
                  <a:pt x="74493" y="41890"/>
                </a:cubicBezTo>
                <a:cubicBezTo>
                  <a:pt x="74983" y="40993"/>
                  <a:pt x="75228" y="39956"/>
                  <a:pt x="75228" y="38779"/>
                </a:cubicBezTo>
                <a:close/>
                <a:moveTo>
                  <a:pt x="71668" y="38834"/>
                </a:moveTo>
                <a:cubicBezTo>
                  <a:pt x="71668" y="40646"/>
                  <a:pt x="70589" y="41552"/>
                  <a:pt x="68431" y="41552"/>
                </a:cubicBezTo>
                <a:lnTo>
                  <a:pt x="64155" y="41552"/>
                </a:lnTo>
                <a:lnTo>
                  <a:pt x="64155" y="36159"/>
                </a:lnTo>
                <a:lnTo>
                  <a:pt x="68360" y="36159"/>
                </a:lnTo>
                <a:cubicBezTo>
                  <a:pt x="69459" y="36159"/>
                  <a:pt x="70285" y="36391"/>
                  <a:pt x="70838" y="36855"/>
                </a:cubicBezTo>
                <a:cubicBezTo>
                  <a:pt x="71392" y="37320"/>
                  <a:pt x="71668" y="37979"/>
                  <a:pt x="71668" y="38834"/>
                </a:cubicBezTo>
                <a:close/>
                <a:moveTo>
                  <a:pt x="77784" y="44724"/>
                </a:moveTo>
                <a:lnTo>
                  <a:pt x="81308" y="44724"/>
                </a:lnTo>
                <a:lnTo>
                  <a:pt x="81308" y="25290"/>
                </a:lnTo>
                <a:lnTo>
                  <a:pt x="77784" y="25290"/>
                </a:lnTo>
                <a:close/>
                <a:moveTo>
                  <a:pt x="94961" y="44724"/>
                </a:moveTo>
                <a:lnTo>
                  <a:pt x="98484" y="44724"/>
                </a:lnTo>
                <a:lnTo>
                  <a:pt x="98484" y="25290"/>
                </a:lnTo>
                <a:lnTo>
                  <a:pt x="94961" y="25290"/>
                </a:lnTo>
                <a:lnTo>
                  <a:pt x="94961" y="34572"/>
                </a:lnTo>
                <a:cubicBezTo>
                  <a:pt x="93551" y="35060"/>
                  <a:pt x="92217" y="35303"/>
                  <a:pt x="90959" y="35303"/>
                </a:cubicBezTo>
                <a:cubicBezTo>
                  <a:pt x="89765" y="35303"/>
                  <a:pt x="88915" y="35030"/>
                  <a:pt x="88409" y="34483"/>
                </a:cubicBezTo>
                <a:cubicBezTo>
                  <a:pt x="87903" y="33936"/>
                  <a:pt x="87650" y="32936"/>
                  <a:pt x="87650" y="31483"/>
                </a:cubicBezTo>
                <a:lnTo>
                  <a:pt x="87650" y="25290"/>
                </a:lnTo>
                <a:lnTo>
                  <a:pt x="84258" y="25290"/>
                </a:lnTo>
                <a:lnTo>
                  <a:pt x="84258" y="31910"/>
                </a:lnTo>
                <a:cubicBezTo>
                  <a:pt x="84258" y="34108"/>
                  <a:pt x="84698" y="35726"/>
                  <a:pt x="85578" y="36766"/>
                </a:cubicBezTo>
                <a:cubicBezTo>
                  <a:pt x="86458" y="37805"/>
                  <a:pt x="87854" y="38324"/>
                  <a:pt x="89765" y="38324"/>
                </a:cubicBezTo>
                <a:cubicBezTo>
                  <a:pt x="91389" y="38324"/>
                  <a:pt x="93121" y="37943"/>
                  <a:pt x="94961" y="37179"/>
                </a:cubicBezTo>
                <a:close/>
                <a:moveTo>
                  <a:pt x="101088" y="39083"/>
                </a:moveTo>
                <a:lnTo>
                  <a:pt x="107299" y="39083"/>
                </a:lnTo>
                <a:lnTo>
                  <a:pt x="107299" y="35717"/>
                </a:lnTo>
                <a:lnTo>
                  <a:pt x="101088" y="35717"/>
                </a:lnTo>
                <a:close/>
                <a:moveTo>
                  <a:pt x="121000" y="38366"/>
                </a:moveTo>
                <a:cubicBezTo>
                  <a:pt x="121000" y="36471"/>
                  <a:pt x="120562" y="34972"/>
                  <a:pt x="119686" y="33869"/>
                </a:cubicBezTo>
                <a:cubicBezTo>
                  <a:pt x="118810" y="32766"/>
                  <a:pt x="117620" y="32214"/>
                  <a:pt x="116115" y="32214"/>
                </a:cubicBezTo>
                <a:cubicBezTo>
                  <a:pt x="115310" y="32214"/>
                  <a:pt x="114590" y="32398"/>
                  <a:pt x="113953" y="32766"/>
                </a:cubicBezTo>
                <a:cubicBezTo>
                  <a:pt x="113316" y="33133"/>
                  <a:pt x="112818" y="33662"/>
                  <a:pt x="112460" y="34352"/>
                </a:cubicBezTo>
                <a:cubicBezTo>
                  <a:pt x="112460" y="32237"/>
                  <a:pt x="112716" y="30660"/>
                  <a:pt x="113230" y="29621"/>
                </a:cubicBezTo>
                <a:cubicBezTo>
                  <a:pt x="113744" y="28582"/>
                  <a:pt x="114450" y="28062"/>
                  <a:pt x="115350" y="28062"/>
                </a:cubicBezTo>
                <a:cubicBezTo>
                  <a:pt x="116401" y="28062"/>
                  <a:pt x="117078" y="28701"/>
                  <a:pt x="117381" y="29979"/>
                </a:cubicBezTo>
                <a:lnTo>
                  <a:pt x="120546" y="29469"/>
                </a:lnTo>
                <a:cubicBezTo>
                  <a:pt x="120204" y="27943"/>
                  <a:pt x="119620" y="26816"/>
                  <a:pt x="118796" y="26090"/>
                </a:cubicBezTo>
                <a:cubicBezTo>
                  <a:pt x="117972" y="25363"/>
                  <a:pt x="116847" y="25000"/>
                  <a:pt x="115422" y="25000"/>
                </a:cubicBezTo>
                <a:cubicBezTo>
                  <a:pt x="113415" y="25000"/>
                  <a:pt x="111872" y="25876"/>
                  <a:pt x="110793" y="27628"/>
                </a:cubicBezTo>
                <a:cubicBezTo>
                  <a:pt x="109714" y="29379"/>
                  <a:pt x="109175" y="31989"/>
                  <a:pt x="109175" y="35455"/>
                </a:cubicBezTo>
                <a:cubicBezTo>
                  <a:pt x="109175" y="38609"/>
                  <a:pt x="109706" y="40989"/>
                  <a:pt x="110769" y="42593"/>
                </a:cubicBezTo>
                <a:cubicBezTo>
                  <a:pt x="111832" y="44198"/>
                  <a:pt x="113355" y="45000"/>
                  <a:pt x="115338" y="45000"/>
                </a:cubicBezTo>
                <a:cubicBezTo>
                  <a:pt x="117106" y="45000"/>
                  <a:pt x="118492" y="44411"/>
                  <a:pt x="119495" y="43234"/>
                </a:cubicBezTo>
                <a:cubicBezTo>
                  <a:pt x="120498" y="42057"/>
                  <a:pt x="121000" y="40434"/>
                  <a:pt x="121000" y="38366"/>
                </a:cubicBezTo>
                <a:close/>
                <a:moveTo>
                  <a:pt x="117632" y="38476"/>
                </a:moveTo>
                <a:cubicBezTo>
                  <a:pt x="117632" y="39570"/>
                  <a:pt x="117421" y="40428"/>
                  <a:pt x="116999" y="41048"/>
                </a:cubicBezTo>
                <a:cubicBezTo>
                  <a:pt x="116576" y="41669"/>
                  <a:pt x="115987" y="41979"/>
                  <a:pt x="115231" y="41979"/>
                </a:cubicBezTo>
                <a:cubicBezTo>
                  <a:pt x="114474" y="41979"/>
                  <a:pt x="113863" y="41609"/>
                  <a:pt x="113397" y="40869"/>
                </a:cubicBezTo>
                <a:cubicBezTo>
                  <a:pt x="112931" y="40129"/>
                  <a:pt x="112698" y="39193"/>
                  <a:pt x="112698" y="38062"/>
                </a:cubicBezTo>
                <a:cubicBezTo>
                  <a:pt x="112698" y="37161"/>
                  <a:pt x="112921" y="36437"/>
                  <a:pt x="113367" y="35890"/>
                </a:cubicBezTo>
                <a:cubicBezTo>
                  <a:pt x="113813" y="35343"/>
                  <a:pt x="114407" y="35069"/>
                  <a:pt x="115147" y="35069"/>
                </a:cubicBezTo>
                <a:cubicBezTo>
                  <a:pt x="115920" y="35069"/>
                  <a:pt x="116527" y="35361"/>
                  <a:pt x="116969" y="35945"/>
                </a:cubicBezTo>
                <a:cubicBezTo>
                  <a:pt x="117411" y="36529"/>
                  <a:pt x="117632" y="37372"/>
                  <a:pt x="117632" y="38476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troEyebrow"/>
          <p:cNvSpPr txBox="1"/>
          <p:nvPr/>
        </p:nvSpPr>
        <p:spPr>
          <a:xfrm>
            <a:off x="666750" y="838200"/>
            <a:ext cx="10858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FFCD00"/>
                </a:solidFill>
                <a:latin typeface="Arial"/>
              </a:defRPr>
            </a:pPr>
            <a:r>
              <a:t>ПРОЕКТ ЦИФРОВОГО ПОМОЩНИКА</a:t>
            </a:r>
          </a:p>
        </p:txBody>
      </p:sp>
      <p:sp>
        <p:nvSpPr>
          <p:cNvPr id="6" name="IntroCaption"/>
          <p:cNvSpPr txBox="1"/>
          <p:nvPr/>
        </p:nvSpPr>
        <p:spPr>
          <a:xfrm>
            <a:off x="695325" y="5286375"/>
            <a:ext cx="10763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FFFFFF"/>
                </a:solidFill>
                <a:latin typeface="Arial"/>
              </a:defRPr>
            </a:pPr>
            <a:r>
              <a:t>ОПЕРАТОРУ ДОБЫЧИ НЕФТИ И ГАЗА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концепция оформления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225872380" y="-179927250"/>
            <a:ext cx="670560000" cy="37719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5493" y="41800"/>
                </a:moveTo>
                <a:cubicBezTo>
                  <a:pt x="17619" y="41800"/>
                  <a:pt x="19096" y="40568"/>
                  <a:pt x="19924" y="38103"/>
                </a:cubicBezTo>
                <a:lnTo>
                  <a:pt x="22994" y="39441"/>
                </a:lnTo>
                <a:cubicBezTo>
                  <a:pt x="22333" y="41317"/>
                  <a:pt x="21363" y="42713"/>
                  <a:pt x="20085" y="43628"/>
                </a:cubicBezTo>
                <a:cubicBezTo>
                  <a:pt x="18807" y="44543"/>
                  <a:pt x="17276" y="45000"/>
                  <a:pt x="15493" y="45000"/>
                </a:cubicBezTo>
                <a:cubicBezTo>
                  <a:pt x="12785" y="45000"/>
                  <a:pt x="10693" y="44115"/>
                  <a:pt x="9216" y="42345"/>
                </a:cubicBezTo>
                <a:cubicBezTo>
                  <a:pt x="7739" y="40575"/>
                  <a:pt x="7000" y="38099"/>
                  <a:pt x="7000" y="34917"/>
                </a:cubicBezTo>
                <a:cubicBezTo>
                  <a:pt x="7000" y="31726"/>
                  <a:pt x="7713" y="29276"/>
                  <a:pt x="9138" y="27566"/>
                </a:cubicBezTo>
                <a:cubicBezTo>
                  <a:pt x="10563" y="25855"/>
                  <a:pt x="12630" y="25000"/>
                  <a:pt x="15337" y="25000"/>
                </a:cubicBezTo>
                <a:cubicBezTo>
                  <a:pt x="17312" y="25000"/>
                  <a:pt x="18921" y="25457"/>
                  <a:pt x="20163" y="26372"/>
                </a:cubicBezTo>
                <a:cubicBezTo>
                  <a:pt x="21405" y="27287"/>
                  <a:pt x="22277" y="28632"/>
                  <a:pt x="22779" y="30407"/>
                </a:cubicBezTo>
                <a:lnTo>
                  <a:pt x="19673" y="31386"/>
                </a:lnTo>
                <a:cubicBezTo>
                  <a:pt x="19411" y="30411"/>
                  <a:pt x="18895" y="29637"/>
                  <a:pt x="18126" y="29062"/>
                </a:cubicBezTo>
                <a:cubicBezTo>
                  <a:pt x="17358" y="28487"/>
                  <a:pt x="16452" y="28200"/>
                  <a:pt x="15409" y="28200"/>
                </a:cubicBezTo>
                <a:cubicBezTo>
                  <a:pt x="13816" y="28200"/>
                  <a:pt x="12608" y="28770"/>
                  <a:pt x="11784" y="29910"/>
                </a:cubicBezTo>
                <a:cubicBezTo>
                  <a:pt x="10960" y="31051"/>
                  <a:pt x="10548" y="32720"/>
                  <a:pt x="10548" y="34917"/>
                </a:cubicBezTo>
                <a:cubicBezTo>
                  <a:pt x="10548" y="37152"/>
                  <a:pt x="10972" y="38857"/>
                  <a:pt x="11820" y="40034"/>
                </a:cubicBezTo>
                <a:cubicBezTo>
                  <a:pt x="12668" y="41211"/>
                  <a:pt x="13892" y="41800"/>
                  <a:pt x="15493" y="41800"/>
                </a:cubicBezTo>
                <a:close/>
                <a:moveTo>
                  <a:pt x="37196" y="44724"/>
                </a:moveTo>
                <a:lnTo>
                  <a:pt x="35703" y="39759"/>
                </a:lnTo>
                <a:lnTo>
                  <a:pt x="29289" y="39759"/>
                </a:lnTo>
                <a:lnTo>
                  <a:pt x="27796" y="44724"/>
                </a:lnTo>
                <a:lnTo>
                  <a:pt x="24272" y="44724"/>
                </a:lnTo>
                <a:lnTo>
                  <a:pt x="30412" y="25290"/>
                </a:lnTo>
                <a:lnTo>
                  <a:pt x="34568" y="25290"/>
                </a:lnTo>
                <a:lnTo>
                  <a:pt x="40684" y="44724"/>
                </a:lnTo>
                <a:close/>
                <a:moveTo>
                  <a:pt x="32490" y="28283"/>
                </a:moveTo>
                <a:lnTo>
                  <a:pt x="32418" y="28586"/>
                </a:lnTo>
                <a:cubicBezTo>
                  <a:pt x="32339" y="28917"/>
                  <a:pt x="32243" y="29294"/>
                  <a:pt x="32132" y="29717"/>
                </a:cubicBezTo>
                <a:cubicBezTo>
                  <a:pt x="32020" y="30140"/>
                  <a:pt x="31335" y="32467"/>
                  <a:pt x="30077" y="36697"/>
                </a:cubicBezTo>
                <a:lnTo>
                  <a:pt x="34915" y="36697"/>
                </a:lnTo>
                <a:lnTo>
                  <a:pt x="33254" y="31110"/>
                </a:lnTo>
                <a:lnTo>
                  <a:pt x="32741" y="29234"/>
                </a:lnTo>
                <a:close/>
                <a:moveTo>
                  <a:pt x="53823" y="44724"/>
                </a:moveTo>
                <a:lnTo>
                  <a:pt x="53823" y="36393"/>
                </a:lnTo>
                <a:lnTo>
                  <a:pt x="46489" y="36393"/>
                </a:lnTo>
                <a:lnTo>
                  <a:pt x="46489" y="44724"/>
                </a:lnTo>
                <a:lnTo>
                  <a:pt x="42965" y="44724"/>
                </a:lnTo>
                <a:lnTo>
                  <a:pt x="42965" y="25290"/>
                </a:lnTo>
                <a:lnTo>
                  <a:pt x="46489" y="25290"/>
                </a:lnTo>
                <a:lnTo>
                  <a:pt x="46489" y="33028"/>
                </a:lnTo>
                <a:lnTo>
                  <a:pt x="53823" y="33028"/>
                </a:lnTo>
                <a:lnTo>
                  <a:pt x="53823" y="25290"/>
                </a:lnTo>
                <a:lnTo>
                  <a:pt x="57347" y="25290"/>
                </a:lnTo>
                <a:lnTo>
                  <a:pt x="57347" y="44724"/>
                </a:lnTo>
                <a:close/>
                <a:moveTo>
                  <a:pt x="75228" y="38779"/>
                </a:moveTo>
                <a:cubicBezTo>
                  <a:pt x="75228" y="36959"/>
                  <a:pt x="74722" y="35545"/>
                  <a:pt x="73711" y="34538"/>
                </a:cubicBezTo>
                <a:cubicBezTo>
                  <a:pt x="72700" y="33531"/>
                  <a:pt x="71258" y="33028"/>
                  <a:pt x="69387" y="33028"/>
                </a:cubicBezTo>
                <a:lnTo>
                  <a:pt x="64155" y="33028"/>
                </a:lnTo>
                <a:lnTo>
                  <a:pt x="64155" y="25290"/>
                </a:lnTo>
                <a:lnTo>
                  <a:pt x="60632" y="25290"/>
                </a:lnTo>
                <a:lnTo>
                  <a:pt x="60632" y="44724"/>
                </a:lnTo>
                <a:lnTo>
                  <a:pt x="69005" y="44724"/>
                </a:lnTo>
                <a:cubicBezTo>
                  <a:pt x="70287" y="44724"/>
                  <a:pt x="71400" y="44476"/>
                  <a:pt x="72343" y="43979"/>
                </a:cubicBezTo>
                <a:cubicBezTo>
                  <a:pt x="73287" y="43483"/>
                  <a:pt x="74004" y="42786"/>
                  <a:pt x="74493" y="41890"/>
                </a:cubicBezTo>
                <a:cubicBezTo>
                  <a:pt x="74983" y="40993"/>
                  <a:pt x="75228" y="39956"/>
                  <a:pt x="75228" y="38779"/>
                </a:cubicBezTo>
                <a:close/>
                <a:moveTo>
                  <a:pt x="71668" y="38834"/>
                </a:moveTo>
                <a:cubicBezTo>
                  <a:pt x="71668" y="40646"/>
                  <a:pt x="70589" y="41552"/>
                  <a:pt x="68431" y="41552"/>
                </a:cubicBezTo>
                <a:lnTo>
                  <a:pt x="64155" y="41552"/>
                </a:lnTo>
                <a:lnTo>
                  <a:pt x="64155" y="36159"/>
                </a:lnTo>
                <a:lnTo>
                  <a:pt x="68360" y="36159"/>
                </a:lnTo>
                <a:cubicBezTo>
                  <a:pt x="69459" y="36159"/>
                  <a:pt x="70285" y="36391"/>
                  <a:pt x="70838" y="36855"/>
                </a:cubicBezTo>
                <a:cubicBezTo>
                  <a:pt x="71392" y="37320"/>
                  <a:pt x="71668" y="37979"/>
                  <a:pt x="71668" y="38834"/>
                </a:cubicBezTo>
                <a:close/>
                <a:moveTo>
                  <a:pt x="77784" y="44724"/>
                </a:moveTo>
                <a:lnTo>
                  <a:pt x="81308" y="44724"/>
                </a:lnTo>
                <a:lnTo>
                  <a:pt x="81308" y="25290"/>
                </a:lnTo>
                <a:lnTo>
                  <a:pt x="77784" y="25290"/>
                </a:lnTo>
                <a:close/>
                <a:moveTo>
                  <a:pt x="94961" y="44724"/>
                </a:moveTo>
                <a:lnTo>
                  <a:pt x="98484" y="44724"/>
                </a:lnTo>
                <a:lnTo>
                  <a:pt x="98484" y="25290"/>
                </a:lnTo>
                <a:lnTo>
                  <a:pt x="94961" y="25290"/>
                </a:lnTo>
                <a:lnTo>
                  <a:pt x="94961" y="34572"/>
                </a:lnTo>
                <a:cubicBezTo>
                  <a:pt x="93551" y="35060"/>
                  <a:pt x="92217" y="35303"/>
                  <a:pt x="90959" y="35303"/>
                </a:cubicBezTo>
                <a:cubicBezTo>
                  <a:pt x="89765" y="35303"/>
                  <a:pt x="88915" y="35030"/>
                  <a:pt x="88409" y="34483"/>
                </a:cubicBezTo>
                <a:cubicBezTo>
                  <a:pt x="87903" y="33936"/>
                  <a:pt x="87650" y="32936"/>
                  <a:pt x="87650" y="31483"/>
                </a:cubicBezTo>
                <a:lnTo>
                  <a:pt x="87650" y="25290"/>
                </a:lnTo>
                <a:lnTo>
                  <a:pt x="84258" y="25290"/>
                </a:lnTo>
                <a:lnTo>
                  <a:pt x="84258" y="31910"/>
                </a:lnTo>
                <a:cubicBezTo>
                  <a:pt x="84258" y="34108"/>
                  <a:pt x="84698" y="35726"/>
                  <a:pt x="85578" y="36766"/>
                </a:cubicBezTo>
                <a:cubicBezTo>
                  <a:pt x="86458" y="37805"/>
                  <a:pt x="87854" y="38324"/>
                  <a:pt x="89765" y="38324"/>
                </a:cubicBezTo>
                <a:cubicBezTo>
                  <a:pt x="91389" y="38324"/>
                  <a:pt x="93121" y="37943"/>
                  <a:pt x="94961" y="37179"/>
                </a:cubicBezTo>
                <a:close/>
                <a:moveTo>
                  <a:pt x="101088" y="39083"/>
                </a:moveTo>
                <a:lnTo>
                  <a:pt x="107299" y="39083"/>
                </a:lnTo>
                <a:lnTo>
                  <a:pt x="107299" y="35717"/>
                </a:lnTo>
                <a:lnTo>
                  <a:pt x="101088" y="35717"/>
                </a:lnTo>
                <a:close/>
                <a:moveTo>
                  <a:pt x="121000" y="38366"/>
                </a:moveTo>
                <a:cubicBezTo>
                  <a:pt x="121000" y="36471"/>
                  <a:pt x="120562" y="34972"/>
                  <a:pt x="119686" y="33869"/>
                </a:cubicBezTo>
                <a:cubicBezTo>
                  <a:pt x="118810" y="32766"/>
                  <a:pt x="117620" y="32214"/>
                  <a:pt x="116115" y="32214"/>
                </a:cubicBezTo>
                <a:cubicBezTo>
                  <a:pt x="115310" y="32214"/>
                  <a:pt x="114590" y="32398"/>
                  <a:pt x="113953" y="32766"/>
                </a:cubicBezTo>
                <a:cubicBezTo>
                  <a:pt x="113316" y="33133"/>
                  <a:pt x="112818" y="33662"/>
                  <a:pt x="112460" y="34352"/>
                </a:cubicBezTo>
                <a:cubicBezTo>
                  <a:pt x="112460" y="32237"/>
                  <a:pt x="112716" y="30660"/>
                  <a:pt x="113230" y="29621"/>
                </a:cubicBezTo>
                <a:cubicBezTo>
                  <a:pt x="113744" y="28582"/>
                  <a:pt x="114450" y="28062"/>
                  <a:pt x="115350" y="28062"/>
                </a:cubicBezTo>
                <a:cubicBezTo>
                  <a:pt x="116401" y="28062"/>
                  <a:pt x="117078" y="28701"/>
                  <a:pt x="117381" y="29979"/>
                </a:cubicBezTo>
                <a:lnTo>
                  <a:pt x="120546" y="29469"/>
                </a:lnTo>
                <a:cubicBezTo>
                  <a:pt x="120204" y="27943"/>
                  <a:pt x="119620" y="26816"/>
                  <a:pt x="118796" y="26090"/>
                </a:cubicBezTo>
                <a:cubicBezTo>
                  <a:pt x="117972" y="25363"/>
                  <a:pt x="116847" y="25000"/>
                  <a:pt x="115422" y="25000"/>
                </a:cubicBezTo>
                <a:cubicBezTo>
                  <a:pt x="113415" y="25000"/>
                  <a:pt x="111872" y="25876"/>
                  <a:pt x="110793" y="27628"/>
                </a:cubicBezTo>
                <a:cubicBezTo>
                  <a:pt x="109714" y="29379"/>
                  <a:pt x="109175" y="31989"/>
                  <a:pt x="109175" y="35455"/>
                </a:cubicBezTo>
                <a:cubicBezTo>
                  <a:pt x="109175" y="38609"/>
                  <a:pt x="109706" y="40989"/>
                  <a:pt x="110769" y="42593"/>
                </a:cubicBezTo>
                <a:cubicBezTo>
                  <a:pt x="111832" y="44198"/>
                  <a:pt x="113355" y="45000"/>
                  <a:pt x="115338" y="45000"/>
                </a:cubicBezTo>
                <a:cubicBezTo>
                  <a:pt x="117106" y="45000"/>
                  <a:pt x="118492" y="44411"/>
                  <a:pt x="119495" y="43234"/>
                </a:cubicBezTo>
                <a:cubicBezTo>
                  <a:pt x="120498" y="42057"/>
                  <a:pt x="121000" y="40434"/>
                  <a:pt x="121000" y="38366"/>
                </a:cubicBezTo>
                <a:close/>
                <a:moveTo>
                  <a:pt x="117632" y="38476"/>
                </a:moveTo>
                <a:cubicBezTo>
                  <a:pt x="117632" y="39570"/>
                  <a:pt x="117421" y="40428"/>
                  <a:pt x="116999" y="41048"/>
                </a:cubicBezTo>
                <a:cubicBezTo>
                  <a:pt x="116576" y="41669"/>
                  <a:pt x="115987" y="41979"/>
                  <a:pt x="115231" y="41979"/>
                </a:cubicBezTo>
                <a:cubicBezTo>
                  <a:pt x="114474" y="41979"/>
                  <a:pt x="113863" y="41609"/>
                  <a:pt x="113397" y="40869"/>
                </a:cubicBezTo>
                <a:cubicBezTo>
                  <a:pt x="112931" y="40129"/>
                  <a:pt x="112698" y="39193"/>
                  <a:pt x="112698" y="38062"/>
                </a:cubicBezTo>
                <a:cubicBezTo>
                  <a:pt x="112698" y="37161"/>
                  <a:pt x="112921" y="36437"/>
                  <a:pt x="113367" y="35890"/>
                </a:cubicBezTo>
                <a:cubicBezTo>
                  <a:pt x="113813" y="35343"/>
                  <a:pt x="114407" y="35069"/>
                  <a:pt x="115147" y="35069"/>
                </a:cubicBezTo>
                <a:cubicBezTo>
                  <a:pt x="115920" y="35069"/>
                  <a:pt x="116527" y="35361"/>
                  <a:pt x="116969" y="35945"/>
                </a:cubicBezTo>
                <a:cubicBezTo>
                  <a:pt x="117411" y="36529"/>
                  <a:pt x="117632" y="37372"/>
                  <a:pt x="117632" y="38476"/>
                </a:cubicBezTo>
                <a:close/>
              </a:path>
              <a:path w="128000" h="72000" fill="none" stroke="true">
                <a:moveTo>
                  <a:pt x="15493" y="41800"/>
                </a:moveTo>
                <a:cubicBezTo>
                  <a:pt x="17619" y="41800"/>
                  <a:pt x="19096" y="40568"/>
                  <a:pt x="19924" y="38103"/>
                </a:cubicBezTo>
                <a:lnTo>
                  <a:pt x="22994" y="39441"/>
                </a:lnTo>
                <a:cubicBezTo>
                  <a:pt x="22333" y="41317"/>
                  <a:pt x="21363" y="42713"/>
                  <a:pt x="20085" y="43628"/>
                </a:cubicBezTo>
                <a:cubicBezTo>
                  <a:pt x="18807" y="44543"/>
                  <a:pt x="17276" y="45000"/>
                  <a:pt x="15493" y="45000"/>
                </a:cubicBezTo>
                <a:cubicBezTo>
                  <a:pt x="12785" y="45000"/>
                  <a:pt x="10693" y="44115"/>
                  <a:pt x="9216" y="42345"/>
                </a:cubicBezTo>
                <a:cubicBezTo>
                  <a:pt x="7739" y="40575"/>
                  <a:pt x="7000" y="38099"/>
                  <a:pt x="7000" y="34917"/>
                </a:cubicBezTo>
                <a:cubicBezTo>
                  <a:pt x="7000" y="31726"/>
                  <a:pt x="7713" y="29276"/>
                  <a:pt x="9138" y="27566"/>
                </a:cubicBezTo>
                <a:cubicBezTo>
                  <a:pt x="10563" y="25855"/>
                  <a:pt x="12630" y="25000"/>
                  <a:pt x="15337" y="25000"/>
                </a:cubicBezTo>
                <a:cubicBezTo>
                  <a:pt x="17312" y="25000"/>
                  <a:pt x="18921" y="25457"/>
                  <a:pt x="20163" y="26372"/>
                </a:cubicBezTo>
                <a:cubicBezTo>
                  <a:pt x="21405" y="27287"/>
                  <a:pt x="22277" y="28632"/>
                  <a:pt x="22779" y="30407"/>
                </a:cubicBezTo>
                <a:lnTo>
                  <a:pt x="19673" y="31386"/>
                </a:lnTo>
                <a:cubicBezTo>
                  <a:pt x="19411" y="30411"/>
                  <a:pt x="18895" y="29637"/>
                  <a:pt x="18126" y="29062"/>
                </a:cubicBezTo>
                <a:cubicBezTo>
                  <a:pt x="17358" y="28487"/>
                  <a:pt x="16452" y="28200"/>
                  <a:pt x="15409" y="28200"/>
                </a:cubicBezTo>
                <a:cubicBezTo>
                  <a:pt x="13816" y="28200"/>
                  <a:pt x="12608" y="28770"/>
                  <a:pt x="11784" y="29910"/>
                </a:cubicBezTo>
                <a:cubicBezTo>
                  <a:pt x="10960" y="31051"/>
                  <a:pt x="10548" y="32720"/>
                  <a:pt x="10548" y="34917"/>
                </a:cubicBezTo>
                <a:cubicBezTo>
                  <a:pt x="10548" y="37152"/>
                  <a:pt x="10972" y="38857"/>
                  <a:pt x="11820" y="40034"/>
                </a:cubicBezTo>
                <a:cubicBezTo>
                  <a:pt x="12668" y="41211"/>
                  <a:pt x="13892" y="41800"/>
                  <a:pt x="15493" y="41800"/>
                </a:cubicBezTo>
                <a:close/>
                <a:moveTo>
                  <a:pt x="37196" y="44724"/>
                </a:moveTo>
                <a:lnTo>
                  <a:pt x="35703" y="39759"/>
                </a:lnTo>
                <a:lnTo>
                  <a:pt x="29289" y="39759"/>
                </a:lnTo>
                <a:lnTo>
                  <a:pt x="27796" y="44724"/>
                </a:lnTo>
                <a:lnTo>
                  <a:pt x="24272" y="44724"/>
                </a:lnTo>
                <a:lnTo>
                  <a:pt x="30412" y="25290"/>
                </a:lnTo>
                <a:lnTo>
                  <a:pt x="34568" y="25290"/>
                </a:lnTo>
                <a:lnTo>
                  <a:pt x="40684" y="44724"/>
                </a:lnTo>
                <a:close/>
                <a:moveTo>
                  <a:pt x="32490" y="28283"/>
                </a:moveTo>
                <a:lnTo>
                  <a:pt x="32418" y="28586"/>
                </a:lnTo>
                <a:cubicBezTo>
                  <a:pt x="32339" y="28917"/>
                  <a:pt x="32243" y="29294"/>
                  <a:pt x="32132" y="29717"/>
                </a:cubicBezTo>
                <a:cubicBezTo>
                  <a:pt x="32020" y="30140"/>
                  <a:pt x="31335" y="32467"/>
                  <a:pt x="30077" y="36697"/>
                </a:cubicBezTo>
                <a:lnTo>
                  <a:pt x="34915" y="36697"/>
                </a:lnTo>
                <a:lnTo>
                  <a:pt x="33254" y="31110"/>
                </a:lnTo>
                <a:lnTo>
                  <a:pt x="32741" y="29234"/>
                </a:lnTo>
                <a:close/>
                <a:moveTo>
                  <a:pt x="53823" y="44724"/>
                </a:moveTo>
                <a:lnTo>
                  <a:pt x="53823" y="36393"/>
                </a:lnTo>
                <a:lnTo>
                  <a:pt x="46489" y="36393"/>
                </a:lnTo>
                <a:lnTo>
                  <a:pt x="46489" y="44724"/>
                </a:lnTo>
                <a:lnTo>
                  <a:pt x="42965" y="44724"/>
                </a:lnTo>
                <a:lnTo>
                  <a:pt x="42965" y="25290"/>
                </a:lnTo>
                <a:lnTo>
                  <a:pt x="46489" y="25290"/>
                </a:lnTo>
                <a:lnTo>
                  <a:pt x="46489" y="33028"/>
                </a:lnTo>
                <a:lnTo>
                  <a:pt x="53823" y="33028"/>
                </a:lnTo>
                <a:lnTo>
                  <a:pt x="53823" y="25290"/>
                </a:lnTo>
                <a:lnTo>
                  <a:pt x="57347" y="25290"/>
                </a:lnTo>
                <a:lnTo>
                  <a:pt x="57347" y="44724"/>
                </a:lnTo>
                <a:close/>
                <a:moveTo>
                  <a:pt x="75228" y="38779"/>
                </a:moveTo>
                <a:cubicBezTo>
                  <a:pt x="75228" y="36959"/>
                  <a:pt x="74722" y="35545"/>
                  <a:pt x="73711" y="34538"/>
                </a:cubicBezTo>
                <a:cubicBezTo>
                  <a:pt x="72700" y="33531"/>
                  <a:pt x="71258" y="33028"/>
                  <a:pt x="69387" y="33028"/>
                </a:cubicBezTo>
                <a:lnTo>
                  <a:pt x="64155" y="33028"/>
                </a:lnTo>
                <a:lnTo>
                  <a:pt x="64155" y="25290"/>
                </a:lnTo>
                <a:lnTo>
                  <a:pt x="60632" y="25290"/>
                </a:lnTo>
                <a:lnTo>
                  <a:pt x="60632" y="44724"/>
                </a:lnTo>
                <a:lnTo>
                  <a:pt x="69005" y="44724"/>
                </a:lnTo>
                <a:cubicBezTo>
                  <a:pt x="70287" y="44724"/>
                  <a:pt x="71400" y="44476"/>
                  <a:pt x="72343" y="43979"/>
                </a:cubicBezTo>
                <a:cubicBezTo>
                  <a:pt x="73287" y="43483"/>
                  <a:pt x="74004" y="42786"/>
                  <a:pt x="74493" y="41890"/>
                </a:cubicBezTo>
                <a:cubicBezTo>
                  <a:pt x="74983" y="40993"/>
                  <a:pt x="75228" y="39956"/>
                  <a:pt x="75228" y="38779"/>
                </a:cubicBezTo>
                <a:close/>
                <a:moveTo>
                  <a:pt x="71668" y="38834"/>
                </a:moveTo>
                <a:cubicBezTo>
                  <a:pt x="71668" y="40646"/>
                  <a:pt x="70589" y="41552"/>
                  <a:pt x="68431" y="41552"/>
                </a:cubicBezTo>
                <a:lnTo>
                  <a:pt x="64155" y="41552"/>
                </a:lnTo>
                <a:lnTo>
                  <a:pt x="64155" y="36159"/>
                </a:lnTo>
                <a:lnTo>
                  <a:pt x="68360" y="36159"/>
                </a:lnTo>
                <a:cubicBezTo>
                  <a:pt x="69459" y="36159"/>
                  <a:pt x="70285" y="36391"/>
                  <a:pt x="70838" y="36855"/>
                </a:cubicBezTo>
                <a:cubicBezTo>
                  <a:pt x="71392" y="37320"/>
                  <a:pt x="71668" y="37979"/>
                  <a:pt x="71668" y="38834"/>
                </a:cubicBezTo>
                <a:close/>
                <a:moveTo>
                  <a:pt x="77784" y="44724"/>
                </a:moveTo>
                <a:lnTo>
                  <a:pt x="81308" y="44724"/>
                </a:lnTo>
                <a:lnTo>
                  <a:pt x="81308" y="25290"/>
                </a:lnTo>
                <a:lnTo>
                  <a:pt x="77784" y="25290"/>
                </a:lnTo>
                <a:close/>
                <a:moveTo>
                  <a:pt x="94961" y="44724"/>
                </a:moveTo>
                <a:lnTo>
                  <a:pt x="98484" y="44724"/>
                </a:lnTo>
                <a:lnTo>
                  <a:pt x="98484" y="25290"/>
                </a:lnTo>
                <a:lnTo>
                  <a:pt x="94961" y="25290"/>
                </a:lnTo>
                <a:lnTo>
                  <a:pt x="94961" y="34572"/>
                </a:lnTo>
                <a:cubicBezTo>
                  <a:pt x="93551" y="35060"/>
                  <a:pt x="92217" y="35303"/>
                  <a:pt x="90959" y="35303"/>
                </a:cubicBezTo>
                <a:cubicBezTo>
                  <a:pt x="89765" y="35303"/>
                  <a:pt x="88915" y="35030"/>
                  <a:pt x="88409" y="34483"/>
                </a:cubicBezTo>
                <a:cubicBezTo>
                  <a:pt x="87903" y="33936"/>
                  <a:pt x="87650" y="32936"/>
                  <a:pt x="87650" y="31483"/>
                </a:cubicBezTo>
                <a:lnTo>
                  <a:pt x="87650" y="25290"/>
                </a:lnTo>
                <a:lnTo>
                  <a:pt x="84258" y="25290"/>
                </a:lnTo>
                <a:lnTo>
                  <a:pt x="84258" y="31910"/>
                </a:lnTo>
                <a:cubicBezTo>
                  <a:pt x="84258" y="34108"/>
                  <a:pt x="84698" y="35726"/>
                  <a:pt x="85578" y="36766"/>
                </a:cubicBezTo>
                <a:cubicBezTo>
                  <a:pt x="86458" y="37805"/>
                  <a:pt x="87854" y="38324"/>
                  <a:pt x="89765" y="38324"/>
                </a:cubicBezTo>
                <a:cubicBezTo>
                  <a:pt x="91389" y="38324"/>
                  <a:pt x="93121" y="37943"/>
                  <a:pt x="94961" y="37179"/>
                </a:cubicBezTo>
                <a:close/>
                <a:moveTo>
                  <a:pt x="101088" y="39083"/>
                </a:moveTo>
                <a:lnTo>
                  <a:pt x="107299" y="39083"/>
                </a:lnTo>
                <a:lnTo>
                  <a:pt x="107299" y="35717"/>
                </a:lnTo>
                <a:lnTo>
                  <a:pt x="101088" y="35717"/>
                </a:lnTo>
                <a:close/>
                <a:moveTo>
                  <a:pt x="121000" y="38366"/>
                </a:moveTo>
                <a:cubicBezTo>
                  <a:pt x="121000" y="36471"/>
                  <a:pt x="120562" y="34972"/>
                  <a:pt x="119686" y="33869"/>
                </a:cubicBezTo>
                <a:cubicBezTo>
                  <a:pt x="118810" y="32766"/>
                  <a:pt x="117620" y="32214"/>
                  <a:pt x="116115" y="32214"/>
                </a:cubicBezTo>
                <a:cubicBezTo>
                  <a:pt x="115310" y="32214"/>
                  <a:pt x="114590" y="32398"/>
                  <a:pt x="113953" y="32766"/>
                </a:cubicBezTo>
                <a:cubicBezTo>
                  <a:pt x="113316" y="33133"/>
                  <a:pt x="112818" y="33662"/>
                  <a:pt x="112460" y="34352"/>
                </a:cubicBezTo>
                <a:cubicBezTo>
                  <a:pt x="112460" y="32237"/>
                  <a:pt x="112716" y="30660"/>
                  <a:pt x="113230" y="29621"/>
                </a:cubicBezTo>
                <a:cubicBezTo>
                  <a:pt x="113744" y="28582"/>
                  <a:pt x="114450" y="28062"/>
                  <a:pt x="115350" y="28062"/>
                </a:cubicBezTo>
                <a:cubicBezTo>
                  <a:pt x="116401" y="28062"/>
                  <a:pt x="117078" y="28701"/>
                  <a:pt x="117381" y="29979"/>
                </a:cubicBezTo>
                <a:lnTo>
                  <a:pt x="120546" y="29469"/>
                </a:lnTo>
                <a:cubicBezTo>
                  <a:pt x="120204" y="27943"/>
                  <a:pt x="119620" y="26816"/>
                  <a:pt x="118796" y="26090"/>
                </a:cubicBezTo>
                <a:cubicBezTo>
                  <a:pt x="117972" y="25363"/>
                  <a:pt x="116847" y="25000"/>
                  <a:pt x="115422" y="25000"/>
                </a:cubicBezTo>
                <a:cubicBezTo>
                  <a:pt x="113415" y="25000"/>
                  <a:pt x="111872" y="25876"/>
                  <a:pt x="110793" y="27628"/>
                </a:cubicBezTo>
                <a:cubicBezTo>
                  <a:pt x="109714" y="29379"/>
                  <a:pt x="109175" y="31989"/>
                  <a:pt x="109175" y="35455"/>
                </a:cubicBezTo>
                <a:cubicBezTo>
                  <a:pt x="109175" y="38609"/>
                  <a:pt x="109706" y="40989"/>
                  <a:pt x="110769" y="42593"/>
                </a:cubicBezTo>
                <a:cubicBezTo>
                  <a:pt x="111832" y="44198"/>
                  <a:pt x="113355" y="45000"/>
                  <a:pt x="115338" y="45000"/>
                </a:cubicBezTo>
                <a:cubicBezTo>
                  <a:pt x="117106" y="45000"/>
                  <a:pt x="118492" y="44411"/>
                  <a:pt x="119495" y="43234"/>
                </a:cubicBezTo>
                <a:cubicBezTo>
                  <a:pt x="120498" y="42057"/>
                  <a:pt x="121000" y="40434"/>
                  <a:pt x="121000" y="38366"/>
                </a:cubicBezTo>
                <a:close/>
                <a:moveTo>
                  <a:pt x="117632" y="38476"/>
                </a:moveTo>
                <a:cubicBezTo>
                  <a:pt x="117632" y="39570"/>
                  <a:pt x="117421" y="40428"/>
                  <a:pt x="116999" y="41048"/>
                </a:cubicBezTo>
                <a:cubicBezTo>
                  <a:pt x="116576" y="41669"/>
                  <a:pt x="115987" y="41979"/>
                  <a:pt x="115231" y="41979"/>
                </a:cubicBezTo>
                <a:cubicBezTo>
                  <a:pt x="114474" y="41979"/>
                  <a:pt x="113863" y="41609"/>
                  <a:pt x="113397" y="40869"/>
                </a:cubicBezTo>
                <a:cubicBezTo>
                  <a:pt x="112931" y="40129"/>
                  <a:pt x="112698" y="39193"/>
                  <a:pt x="112698" y="38062"/>
                </a:cubicBezTo>
                <a:cubicBezTo>
                  <a:pt x="112698" y="37161"/>
                  <a:pt x="112921" y="36437"/>
                  <a:pt x="113367" y="35890"/>
                </a:cubicBezTo>
                <a:cubicBezTo>
                  <a:pt x="113813" y="35343"/>
                  <a:pt x="114407" y="35069"/>
                  <a:pt x="115147" y="35069"/>
                </a:cubicBezTo>
                <a:cubicBezTo>
                  <a:pt x="115920" y="35069"/>
                  <a:pt x="116527" y="35361"/>
                  <a:pt x="116969" y="35945"/>
                </a:cubicBezTo>
                <a:cubicBezTo>
                  <a:pt x="117411" y="36529"/>
                  <a:pt x="117632" y="37372"/>
                  <a:pt x="117632" y="38476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1381125"/>
            <a:ext cx="6477000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5700">
                <a:solidFill>
                  <a:srgbClr val="FFFFFF"/>
                </a:solidFill>
                <a:latin typeface="Arial"/>
              </a:defRPr>
            </a:pPr>
            <a:r>
              <a:t>САНЫЧ-6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714625"/>
            <a:ext cx="6286500" cy="2095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Рабочие инструменты.</a:t>
            </a:r>
          </a:p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Всегда рядом.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концепция оформления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l="37099"/>
          <a:stretch>
            <a:fillRect/>
          </a:stretch>
        </p:blipFill>
        <p:spPr>
          <a:xfrm>
            <a:off x="6191250" y="952500"/>
            <a:ext cx="5429250" cy="485775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225872380" y="-179927250"/>
            <a:ext cx="670560000" cy="37719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5493" y="41800"/>
                </a:moveTo>
                <a:cubicBezTo>
                  <a:pt x="17619" y="41800"/>
                  <a:pt x="19096" y="40568"/>
                  <a:pt x="19924" y="38103"/>
                </a:cubicBezTo>
                <a:lnTo>
                  <a:pt x="22994" y="39441"/>
                </a:lnTo>
                <a:cubicBezTo>
                  <a:pt x="22333" y="41317"/>
                  <a:pt x="21363" y="42713"/>
                  <a:pt x="20085" y="43628"/>
                </a:cubicBezTo>
                <a:cubicBezTo>
                  <a:pt x="18807" y="44543"/>
                  <a:pt x="17276" y="45000"/>
                  <a:pt x="15493" y="45000"/>
                </a:cubicBezTo>
                <a:cubicBezTo>
                  <a:pt x="12785" y="45000"/>
                  <a:pt x="10693" y="44115"/>
                  <a:pt x="9216" y="42345"/>
                </a:cubicBezTo>
                <a:cubicBezTo>
                  <a:pt x="7739" y="40575"/>
                  <a:pt x="7000" y="38099"/>
                  <a:pt x="7000" y="34917"/>
                </a:cubicBezTo>
                <a:cubicBezTo>
                  <a:pt x="7000" y="31726"/>
                  <a:pt x="7713" y="29276"/>
                  <a:pt x="9138" y="27566"/>
                </a:cubicBezTo>
                <a:cubicBezTo>
                  <a:pt x="10563" y="25855"/>
                  <a:pt x="12630" y="25000"/>
                  <a:pt x="15337" y="25000"/>
                </a:cubicBezTo>
                <a:cubicBezTo>
                  <a:pt x="17312" y="25000"/>
                  <a:pt x="18921" y="25457"/>
                  <a:pt x="20163" y="26372"/>
                </a:cubicBezTo>
                <a:cubicBezTo>
                  <a:pt x="21405" y="27287"/>
                  <a:pt x="22277" y="28632"/>
                  <a:pt x="22779" y="30407"/>
                </a:cubicBezTo>
                <a:lnTo>
                  <a:pt x="19673" y="31386"/>
                </a:lnTo>
                <a:cubicBezTo>
                  <a:pt x="19411" y="30411"/>
                  <a:pt x="18895" y="29637"/>
                  <a:pt x="18126" y="29062"/>
                </a:cubicBezTo>
                <a:cubicBezTo>
                  <a:pt x="17358" y="28487"/>
                  <a:pt x="16452" y="28200"/>
                  <a:pt x="15409" y="28200"/>
                </a:cubicBezTo>
                <a:cubicBezTo>
                  <a:pt x="13816" y="28200"/>
                  <a:pt x="12608" y="28770"/>
                  <a:pt x="11784" y="29910"/>
                </a:cubicBezTo>
                <a:cubicBezTo>
                  <a:pt x="10960" y="31051"/>
                  <a:pt x="10548" y="32720"/>
                  <a:pt x="10548" y="34917"/>
                </a:cubicBezTo>
                <a:cubicBezTo>
                  <a:pt x="10548" y="37152"/>
                  <a:pt x="10972" y="38857"/>
                  <a:pt x="11820" y="40034"/>
                </a:cubicBezTo>
                <a:cubicBezTo>
                  <a:pt x="12668" y="41211"/>
                  <a:pt x="13892" y="41800"/>
                  <a:pt x="15493" y="41800"/>
                </a:cubicBezTo>
                <a:close/>
                <a:moveTo>
                  <a:pt x="37196" y="44724"/>
                </a:moveTo>
                <a:lnTo>
                  <a:pt x="35703" y="39759"/>
                </a:lnTo>
                <a:lnTo>
                  <a:pt x="29289" y="39759"/>
                </a:lnTo>
                <a:lnTo>
                  <a:pt x="27796" y="44724"/>
                </a:lnTo>
                <a:lnTo>
                  <a:pt x="24272" y="44724"/>
                </a:lnTo>
                <a:lnTo>
                  <a:pt x="30412" y="25290"/>
                </a:lnTo>
                <a:lnTo>
                  <a:pt x="34568" y="25290"/>
                </a:lnTo>
                <a:lnTo>
                  <a:pt x="40684" y="44724"/>
                </a:lnTo>
                <a:close/>
                <a:moveTo>
                  <a:pt x="32490" y="28283"/>
                </a:moveTo>
                <a:lnTo>
                  <a:pt x="32418" y="28586"/>
                </a:lnTo>
                <a:cubicBezTo>
                  <a:pt x="32339" y="28917"/>
                  <a:pt x="32243" y="29294"/>
                  <a:pt x="32132" y="29717"/>
                </a:cubicBezTo>
                <a:cubicBezTo>
                  <a:pt x="32020" y="30140"/>
                  <a:pt x="31335" y="32467"/>
                  <a:pt x="30077" y="36697"/>
                </a:cubicBezTo>
                <a:lnTo>
                  <a:pt x="34915" y="36697"/>
                </a:lnTo>
                <a:lnTo>
                  <a:pt x="33254" y="31110"/>
                </a:lnTo>
                <a:lnTo>
                  <a:pt x="32741" y="29234"/>
                </a:lnTo>
                <a:close/>
                <a:moveTo>
                  <a:pt x="53823" y="44724"/>
                </a:moveTo>
                <a:lnTo>
                  <a:pt x="53823" y="36393"/>
                </a:lnTo>
                <a:lnTo>
                  <a:pt x="46489" y="36393"/>
                </a:lnTo>
                <a:lnTo>
                  <a:pt x="46489" y="44724"/>
                </a:lnTo>
                <a:lnTo>
                  <a:pt x="42965" y="44724"/>
                </a:lnTo>
                <a:lnTo>
                  <a:pt x="42965" y="25290"/>
                </a:lnTo>
                <a:lnTo>
                  <a:pt x="46489" y="25290"/>
                </a:lnTo>
                <a:lnTo>
                  <a:pt x="46489" y="33028"/>
                </a:lnTo>
                <a:lnTo>
                  <a:pt x="53823" y="33028"/>
                </a:lnTo>
                <a:lnTo>
                  <a:pt x="53823" y="25290"/>
                </a:lnTo>
                <a:lnTo>
                  <a:pt x="57347" y="25290"/>
                </a:lnTo>
                <a:lnTo>
                  <a:pt x="57347" y="44724"/>
                </a:lnTo>
                <a:close/>
                <a:moveTo>
                  <a:pt x="75228" y="38779"/>
                </a:moveTo>
                <a:cubicBezTo>
                  <a:pt x="75228" y="36959"/>
                  <a:pt x="74722" y="35545"/>
                  <a:pt x="73711" y="34538"/>
                </a:cubicBezTo>
                <a:cubicBezTo>
                  <a:pt x="72700" y="33531"/>
                  <a:pt x="71258" y="33028"/>
                  <a:pt x="69387" y="33028"/>
                </a:cubicBezTo>
                <a:lnTo>
                  <a:pt x="64155" y="33028"/>
                </a:lnTo>
                <a:lnTo>
                  <a:pt x="64155" y="25290"/>
                </a:lnTo>
                <a:lnTo>
                  <a:pt x="60632" y="25290"/>
                </a:lnTo>
                <a:lnTo>
                  <a:pt x="60632" y="44724"/>
                </a:lnTo>
                <a:lnTo>
                  <a:pt x="69005" y="44724"/>
                </a:lnTo>
                <a:cubicBezTo>
                  <a:pt x="70287" y="44724"/>
                  <a:pt x="71400" y="44476"/>
                  <a:pt x="72343" y="43979"/>
                </a:cubicBezTo>
                <a:cubicBezTo>
                  <a:pt x="73287" y="43483"/>
                  <a:pt x="74004" y="42786"/>
                  <a:pt x="74493" y="41890"/>
                </a:cubicBezTo>
                <a:cubicBezTo>
                  <a:pt x="74983" y="40993"/>
                  <a:pt x="75228" y="39956"/>
                  <a:pt x="75228" y="38779"/>
                </a:cubicBezTo>
                <a:close/>
                <a:moveTo>
                  <a:pt x="71668" y="38834"/>
                </a:moveTo>
                <a:cubicBezTo>
                  <a:pt x="71668" y="40646"/>
                  <a:pt x="70589" y="41552"/>
                  <a:pt x="68431" y="41552"/>
                </a:cubicBezTo>
                <a:lnTo>
                  <a:pt x="64155" y="41552"/>
                </a:lnTo>
                <a:lnTo>
                  <a:pt x="64155" y="36159"/>
                </a:lnTo>
                <a:lnTo>
                  <a:pt x="68360" y="36159"/>
                </a:lnTo>
                <a:cubicBezTo>
                  <a:pt x="69459" y="36159"/>
                  <a:pt x="70285" y="36391"/>
                  <a:pt x="70838" y="36855"/>
                </a:cubicBezTo>
                <a:cubicBezTo>
                  <a:pt x="71392" y="37320"/>
                  <a:pt x="71668" y="37979"/>
                  <a:pt x="71668" y="38834"/>
                </a:cubicBezTo>
                <a:close/>
                <a:moveTo>
                  <a:pt x="77784" y="44724"/>
                </a:moveTo>
                <a:lnTo>
                  <a:pt x="81308" y="44724"/>
                </a:lnTo>
                <a:lnTo>
                  <a:pt x="81308" y="25290"/>
                </a:lnTo>
                <a:lnTo>
                  <a:pt x="77784" y="25290"/>
                </a:lnTo>
                <a:close/>
                <a:moveTo>
                  <a:pt x="94961" y="44724"/>
                </a:moveTo>
                <a:lnTo>
                  <a:pt x="98484" y="44724"/>
                </a:lnTo>
                <a:lnTo>
                  <a:pt x="98484" y="25290"/>
                </a:lnTo>
                <a:lnTo>
                  <a:pt x="94961" y="25290"/>
                </a:lnTo>
                <a:lnTo>
                  <a:pt x="94961" y="34572"/>
                </a:lnTo>
                <a:cubicBezTo>
                  <a:pt x="93551" y="35060"/>
                  <a:pt x="92217" y="35303"/>
                  <a:pt x="90959" y="35303"/>
                </a:cubicBezTo>
                <a:cubicBezTo>
                  <a:pt x="89765" y="35303"/>
                  <a:pt x="88915" y="35030"/>
                  <a:pt x="88409" y="34483"/>
                </a:cubicBezTo>
                <a:cubicBezTo>
                  <a:pt x="87903" y="33936"/>
                  <a:pt x="87650" y="32936"/>
                  <a:pt x="87650" y="31483"/>
                </a:cubicBezTo>
                <a:lnTo>
                  <a:pt x="87650" y="25290"/>
                </a:lnTo>
                <a:lnTo>
                  <a:pt x="84258" y="25290"/>
                </a:lnTo>
                <a:lnTo>
                  <a:pt x="84258" y="31910"/>
                </a:lnTo>
                <a:cubicBezTo>
                  <a:pt x="84258" y="34108"/>
                  <a:pt x="84698" y="35726"/>
                  <a:pt x="85578" y="36766"/>
                </a:cubicBezTo>
                <a:cubicBezTo>
                  <a:pt x="86458" y="37805"/>
                  <a:pt x="87854" y="38324"/>
                  <a:pt x="89765" y="38324"/>
                </a:cubicBezTo>
                <a:cubicBezTo>
                  <a:pt x="91389" y="38324"/>
                  <a:pt x="93121" y="37943"/>
                  <a:pt x="94961" y="37179"/>
                </a:cubicBezTo>
                <a:close/>
                <a:moveTo>
                  <a:pt x="101088" y="39083"/>
                </a:moveTo>
                <a:lnTo>
                  <a:pt x="107299" y="39083"/>
                </a:lnTo>
                <a:lnTo>
                  <a:pt x="107299" y="35717"/>
                </a:lnTo>
                <a:lnTo>
                  <a:pt x="101088" y="35717"/>
                </a:lnTo>
                <a:close/>
                <a:moveTo>
                  <a:pt x="121000" y="38366"/>
                </a:moveTo>
                <a:cubicBezTo>
                  <a:pt x="121000" y="36471"/>
                  <a:pt x="120562" y="34972"/>
                  <a:pt x="119686" y="33869"/>
                </a:cubicBezTo>
                <a:cubicBezTo>
                  <a:pt x="118810" y="32766"/>
                  <a:pt x="117620" y="32214"/>
                  <a:pt x="116115" y="32214"/>
                </a:cubicBezTo>
                <a:cubicBezTo>
                  <a:pt x="115310" y="32214"/>
                  <a:pt x="114590" y="32398"/>
                  <a:pt x="113953" y="32766"/>
                </a:cubicBezTo>
                <a:cubicBezTo>
                  <a:pt x="113316" y="33133"/>
                  <a:pt x="112818" y="33662"/>
                  <a:pt x="112460" y="34352"/>
                </a:cubicBezTo>
                <a:cubicBezTo>
                  <a:pt x="112460" y="32237"/>
                  <a:pt x="112716" y="30660"/>
                  <a:pt x="113230" y="29621"/>
                </a:cubicBezTo>
                <a:cubicBezTo>
                  <a:pt x="113744" y="28582"/>
                  <a:pt x="114450" y="28062"/>
                  <a:pt x="115350" y="28062"/>
                </a:cubicBezTo>
                <a:cubicBezTo>
                  <a:pt x="116401" y="28062"/>
                  <a:pt x="117078" y="28701"/>
                  <a:pt x="117381" y="29979"/>
                </a:cubicBezTo>
                <a:lnTo>
                  <a:pt x="120546" y="29469"/>
                </a:lnTo>
                <a:cubicBezTo>
                  <a:pt x="120204" y="27943"/>
                  <a:pt x="119620" y="26816"/>
                  <a:pt x="118796" y="26090"/>
                </a:cubicBezTo>
                <a:cubicBezTo>
                  <a:pt x="117972" y="25363"/>
                  <a:pt x="116847" y="25000"/>
                  <a:pt x="115422" y="25000"/>
                </a:cubicBezTo>
                <a:cubicBezTo>
                  <a:pt x="113415" y="25000"/>
                  <a:pt x="111872" y="25876"/>
                  <a:pt x="110793" y="27628"/>
                </a:cubicBezTo>
                <a:cubicBezTo>
                  <a:pt x="109714" y="29379"/>
                  <a:pt x="109175" y="31989"/>
                  <a:pt x="109175" y="35455"/>
                </a:cubicBezTo>
                <a:cubicBezTo>
                  <a:pt x="109175" y="38609"/>
                  <a:pt x="109706" y="40989"/>
                  <a:pt x="110769" y="42593"/>
                </a:cubicBezTo>
                <a:cubicBezTo>
                  <a:pt x="111832" y="44198"/>
                  <a:pt x="113355" y="45000"/>
                  <a:pt x="115338" y="45000"/>
                </a:cubicBezTo>
                <a:cubicBezTo>
                  <a:pt x="117106" y="45000"/>
                  <a:pt x="118492" y="44411"/>
                  <a:pt x="119495" y="43234"/>
                </a:cubicBezTo>
                <a:cubicBezTo>
                  <a:pt x="120498" y="42057"/>
                  <a:pt x="121000" y="40434"/>
                  <a:pt x="121000" y="38366"/>
                </a:cubicBezTo>
                <a:close/>
                <a:moveTo>
                  <a:pt x="117632" y="38476"/>
                </a:moveTo>
                <a:cubicBezTo>
                  <a:pt x="117632" y="39570"/>
                  <a:pt x="117421" y="40428"/>
                  <a:pt x="116999" y="41048"/>
                </a:cubicBezTo>
                <a:cubicBezTo>
                  <a:pt x="116576" y="41669"/>
                  <a:pt x="115987" y="41979"/>
                  <a:pt x="115231" y="41979"/>
                </a:cubicBezTo>
                <a:cubicBezTo>
                  <a:pt x="114474" y="41979"/>
                  <a:pt x="113863" y="41609"/>
                  <a:pt x="113397" y="40869"/>
                </a:cubicBezTo>
                <a:cubicBezTo>
                  <a:pt x="112931" y="40129"/>
                  <a:pt x="112698" y="39193"/>
                  <a:pt x="112698" y="38062"/>
                </a:cubicBezTo>
                <a:cubicBezTo>
                  <a:pt x="112698" y="37161"/>
                  <a:pt x="112921" y="36437"/>
                  <a:pt x="113367" y="35890"/>
                </a:cubicBezTo>
                <a:cubicBezTo>
                  <a:pt x="113813" y="35343"/>
                  <a:pt x="114407" y="35069"/>
                  <a:pt x="115147" y="35069"/>
                </a:cubicBezTo>
                <a:cubicBezTo>
                  <a:pt x="115920" y="35069"/>
                  <a:pt x="116527" y="35361"/>
                  <a:pt x="116969" y="35945"/>
                </a:cubicBezTo>
                <a:cubicBezTo>
                  <a:pt x="117411" y="36529"/>
                  <a:pt x="117632" y="37372"/>
                  <a:pt x="117632" y="38476"/>
                </a:cubicBezTo>
                <a:close/>
              </a:path>
              <a:path w="128000" h="72000" fill="none" stroke="true">
                <a:moveTo>
                  <a:pt x="15493" y="41800"/>
                </a:moveTo>
                <a:cubicBezTo>
                  <a:pt x="17619" y="41800"/>
                  <a:pt x="19096" y="40568"/>
                  <a:pt x="19924" y="38103"/>
                </a:cubicBezTo>
                <a:lnTo>
                  <a:pt x="22994" y="39441"/>
                </a:lnTo>
                <a:cubicBezTo>
                  <a:pt x="22333" y="41317"/>
                  <a:pt x="21363" y="42713"/>
                  <a:pt x="20085" y="43628"/>
                </a:cubicBezTo>
                <a:cubicBezTo>
                  <a:pt x="18807" y="44543"/>
                  <a:pt x="17276" y="45000"/>
                  <a:pt x="15493" y="45000"/>
                </a:cubicBezTo>
                <a:cubicBezTo>
                  <a:pt x="12785" y="45000"/>
                  <a:pt x="10693" y="44115"/>
                  <a:pt x="9216" y="42345"/>
                </a:cubicBezTo>
                <a:cubicBezTo>
                  <a:pt x="7739" y="40575"/>
                  <a:pt x="7000" y="38099"/>
                  <a:pt x="7000" y="34917"/>
                </a:cubicBezTo>
                <a:cubicBezTo>
                  <a:pt x="7000" y="31726"/>
                  <a:pt x="7713" y="29276"/>
                  <a:pt x="9138" y="27566"/>
                </a:cubicBezTo>
                <a:cubicBezTo>
                  <a:pt x="10563" y="25855"/>
                  <a:pt x="12630" y="25000"/>
                  <a:pt x="15337" y="25000"/>
                </a:cubicBezTo>
                <a:cubicBezTo>
                  <a:pt x="17312" y="25000"/>
                  <a:pt x="18921" y="25457"/>
                  <a:pt x="20163" y="26372"/>
                </a:cubicBezTo>
                <a:cubicBezTo>
                  <a:pt x="21405" y="27287"/>
                  <a:pt x="22277" y="28632"/>
                  <a:pt x="22779" y="30407"/>
                </a:cubicBezTo>
                <a:lnTo>
                  <a:pt x="19673" y="31386"/>
                </a:lnTo>
                <a:cubicBezTo>
                  <a:pt x="19411" y="30411"/>
                  <a:pt x="18895" y="29637"/>
                  <a:pt x="18126" y="29062"/>
                </a:cubicBezTo>
                <a:cubicBezTo>
                  <a:pt x="17358" y="28487"/>
                  <a:pt x="16452" y="28200"/>
                  <a:pt x="15409" y="28200"/>
                </a:cubicBezTo>
                <a:cubicBezTo>
                  <a:pt x="13816" y="28200"/>
                  <a:pt x="12608" y="28770"/>
                  <a:pt x="11784" y="29910"/>
                </a:cubicBezTo>
                <a:cubicBezTo>
                  <a:pt x="10960" y="31051"/>
                  <a:pt x="10548" y="32720"/>
                  <a:pt x="10548" y="34917"/>
                </a:cubicBezTo>
                <a:cubicBezTo>
                  <a:pt x="10548" y="37152"/>
                  <a:pt x="10972" y="38857"/>
                  <a:pt x="11820" y="40034"/>
                </a:cubicBezTo>
                <a:cubicBezTo>
                  <a:pt x="12668" y="41211"/>
                  <a:pt x="13892" y="41800"/>
                  <a:pt x="15493" y="41800"/>
                </a:cubicBezTo>
                <a:close/>
                <a:moveTo>
                  <a:pt x="37196" y="44724"/>
                </a:moveTo>
                <a:lnTo>
                  <a:pt x="35703" y="39759"/>
                </a:lnTo>
                <a:lnTo>
                  <a:pt x="29289" y="39759"/>
                </a:lnTo>
                <a:lnTo>
                  <a:pt x="27796" y="44724"/>
                </a:lnTo>
                <a:lnTo>
                  <a:pt x="24272" y="44724"/>
                </a:lnTo>
                <a:lnTo>
                  <a:pt x="30412" y="25290"/>
                </a:lnTo>
                <a:lnTo>
                  <a:pt x="34568" y="25290"/>
                </a:lnTo>
                <a:lnTo>
                  <a:pt x="40684" y="44724"/>
                </a:lnTo>
                <a:close/>
                <a:moveTo>
                  <a:pt x="32490" y="28283"/>
                </a:moveTo>
                <a:lnTo>
                  <a:pt x="32418" y="28586"/>
                </a:lnTo>
                <a:cubicBezTo>
                  <a:pt x="32339" y="28917"/>
                  <a:pt x="32243" y="29294"/>
                  <a:pt x="32132" y="29717"/>
                </a:cubicBezTo>
                <a:cubicBezTo>
                  <a:pt x="32020" y="30140"/>
                  <a:pt x="31335" y="32467"/>
                  <a:pt x="30077" y="36697"/>
                </a:cubicBezTo>
                <a:lnTo>
                  <a:pt x="34915" y="36697"/>
                </a:lnTo>
                <a:lnTo>
                  <a:pt x="33254" y="31110"/>
                </a:lnTo>
                <a:lnTo>
                  <a:pt x="32741" y="29234"/>
                </a:lnTo>
                <a:close/>
                <a:moveTo>
                  <a:pt x="53823" y="44724"/>
                </a:moveTo>
                <a:lnTo>
                  <a:pt x="53823" y="36393"/>
                </a:lnTo>
                <a:lnTo>
                  <a:pt x="46489" y="36393"/>
                </a:lnTo>
                <a:lnTo>
                  <a:pt x="46489" y="44724"/>
                </a:lnTo>
                <a:lnTo>
                  <a:pt x="42965" y="44724"/>
                </a:lnTo>
                <a:lnTo>
                  <a:pt x="42965" y="25290"/>
                </a:lnTo>
                <a:lnTo>
                  <a:pt x="46489" y="25290"/>
                </a:lnTo>
                <a:lnTo>
                  <a:pt x="46489" y="33028"/>
                </a:lnTo>
                <a:lnTo>
                  <a:pt x="53823" y="33028"/>
                </a:lnTo>
                <a:lnTo>
                  <a:pt x="53823" y="25290"/>
                </a:lnTo>
                <a:lnTo>
                  <a:pt x="57347" y="25290"/>
                </a:lnTo>
                <a:lnTo>
                  <a:pt x="57347" y="44724"/>
                </a:lnTo>
                <a:close/>
                <a:moveTo>
                  <a:pt x="75228" y="38779"/>
                </a:moveTo>
                <a:cubicBezTo>
                  <a:pt x="75228" y="36959"/>
                  <a:pt x="74722" y="35545"/>
                  <a:pt x="73711" y="34538"/>
                </a:cubicBezTo>
                <a:cubicBezTo>
                  <a:pt x="72700" y="33531"/>
                  <a:pt x="71258" y="33028"/>
                  <a:pt x="69387" y="33028"/>
                </a:cubicBezTo>
                <a:lnTo>
                  <a:pt x="64155" y="33028"/>
                </a:lnTo>
                <a:lnTo>
                  <a:pt x="64155" y="25290"/>
                </a:lnTo>
                <a:lnTo>
                  <a:pt x="60632" y="25290"/>
                </a:lnTo>
                <a:lnTo>
                  <a:pt x="60632" y="44724"/>
                </a:lnTo>
                <a:lnTo>
                  <a:pt x="69005" y="44724"/>
                </a:lnTo>
                <a:cubicBezTo>
                  <a:pt x="70287" y="44724"/>
                  <a:pt x="71400" y="44476"/>
                  <a:pt x="72343" y="43979"/>
                </a:cubicBezTo>
                <a:cubicBezTo>
                  <a:pt x="73287" y="43483"/>
                  <a:pt x="74004" y="42786"/>
                  <a:pt x="74493" y="41890"/>
                </a:cubicBezTo>
                <a:cubicBezTo>
                  <a:pt x="74983" y="40993"/>
                  <a:pt x="75228" y="39956"/>
                  <a:pt x="75228" y="38779"/>
                </a:cubicBezTo>
                <a:close/>
                <a:moveTo>
                  <a:pt x="71668" y="38834"/>
                </a:moveTo>
                <a:cubicBezTo>
                  <a:pt x="71668" y="40646"/>
                  <a:pt x="70589" y="41552"/>
                  <a:pt x="68431" y="41552"/>
                </a:cubicBezTo>
                <a:lnTo>
                  <a:pt x="64155" y="41552"/>
                </a:lnTo>
                <a:lnTo>
                  <a:pt x="64155" y="36159"/>
                </a:lnTo>
                <a:lnTo>
                  <a:pt x="68360" y="36159"/>
                </a:lnTo>
                <a:cubicBezTo>
                  <a:pt x="69459" y="36159"/>
                  <a:pt x="70285" y="36391"/>
                  <a:pt x="70838" y="36855"/>
                </a:cubicBezTo>
                <a:cubicBezTo>
                  <a:pt x="71392" y="37320"/>
                  <a:pt x="71668" y="37979"/>
                  <a:pt x="71668" y="38834"/>
                </a:cubicBezTo>
                <a:close/>
                <a:moveTo>
                  <a:pt x="77784" y="44724"/>
                </a:moveTo>
                <a:lnTo>
                  <a:pt x="81308" y="44724"/>
                </a:lnTo>
                <a:lnTo>
                  <a:pt x="81308" y="25290"/>
                </a:lnTo>
                <a:lnTo>
                  <a:pt x="77784" y="25290"/>
                </a:lnTo>
                <a:close/>
                <a:moveTo>
                  <a:pt x="94961" y="44724"/>
                </a:moveTo>
                <a:lnTo>
                  <a:pt x="98484" y="44724"/>
                </a:lnTo>
                <a:lnTo>
                  <a:pt x="98484" y="25290"/>
                </a:lnTo>
                <a:lnTo>
                  <a:pt x="94961" y="25290"/>
                </a:lnTo>
                <a:lnTo>
                  <a:pt x="94961" y="34572"/>
                </a:lnTo>
                <a:cubicBezTo>
                  <a:pt x="93551" y="35060"/>
                  <a:pt x="92217" y="35303"/>
                  <a:pt x="90959" y="35303"/>
                </a:cubicBezTo>
                <a:cubicBezTo>
                  <a:pt x="89765" y="35303"/>
                  <a:pt x="88915" y="35030"/>
                  <a:pt x="88409" y="34483"/>
                </a:cubicBezTo>
                <a:cubicBezTo>
                  <a:pt x="87903" y="33936"/>
                  <a:pt x="87650" y="32936"/>
                  <a:pt x="87650" y="31483"/>
                </a:cubicBezTo>
                <a:lnTo>
                  <a:pt x="87650" y="25290"/>
                </a:lnTo>
                <a:lnTo>
                  <a:pt x="84258" y="25290"/>
                </a:lnTo>
                <a:lnTo>
                  <a:pt x="84258" y="31910"/>
                </a:lnTo>
                <a:cubicBezTo>
                  <a:pt x="84258" y="34108"/>
                  <a:pt x="84698" y="35726"/>
                  <a:pt x="85578" y="36766"/>
                </a:cubicBezTo>
                <a:cubicBezTo>
                  <a:pt x="86458" y="37805"/>
                  <a:pt x="87854" y="38324"/>
                  <a:pt x="89765" y="38324"/>
                </a:cubicBezTo>
                <a:cubicBezTo>
                  <a:pt x="91389" y="38324"/>
                  <a:pt x="93121" y="37943"/>
                  <a:pt x="94961" y="37179"/>
                </a:cubicBezTo>
                <a:close/>
                <a:moveTo>
                  <a:pt x="101088" y="39083"/>
                </a:moveTo>
                <a:lnTo>
                  <a:pt x="107299" y="39083"/>
                </a:lnTo>
                <a:lnTo>
                  <a:pt x="107299" y="35717"/>
                </a:lnTo>
                <a:lnTo>
                  <a:pt x="101088" y="35717"/>
                </a:lnTo>
                <a:close/>
                <a:moveTo>
                  <a:pt x="121000" y="38366"/>
                </a:moveTo>
                <a:cubicBezTo>
                  <a:pt x="121000" y="36471"/>
                  <a:pt x="120562" y="34972"/>
                  <a:pt x="119686" y="33869"/>
                </a:cubicBezTo>
                <a:cubicBezTo>
                  <a:pt x="118810" y="32766"/>
                  <a:pt x="117620" y="32214"/>
                  <a:pt x="116115" y="32214"/>
                </a:cubicBezTo>
                <a:cubicBezTo>
                  <a:pt x="115310" y="32214"/>
                  <a:pt x="114590" y="32398"/>
                  <a:pt x="113953" y="32766"/>
                </a:cubicBezTo>
                <a:cubicBezTo>
                  <a:pt x="113316" y="33133"/>
                  <a:pt x="112818" y="33662"/>
                  <a:pt x="112460" y="34352"/>
                </a:cubicBezTo>
                <a:cubicBezTo>
                  <a:pt x="112460" y="32237"/>
                  <a:pt x="112716" y="30660"/>
                  <a:pt x="113230" y="29621"/>
                </a:cubicBezTo>
                <a:cubicBezTo>
                  <a:pt x="113744" y="28582"/>
                  <a:pt x="114450" y="28062"/>
                  <a:pt x="115350" y="28062"/>
                </a:cubicBezTo>
                <a:cubicBezTo>
                  <a:pt x="116401" y="28062"/>
                  <a:pt x="117078" y="28701"/>
                  <a:pt x="117381" y="29979"/>
                </a:cubicBezTo>
                <a:lnTo>
                  <a:pt x="120546" y="29469"/>
                </a:lnTo>
                <a:cubicBezTo>
                  <a:pt x="120204" y="27943"/>
                  <a:pt x="119620" y="26816"/>
                  <a:pt x="118796" y="26090"/>
                </a:cubicBezTo>
                <a:cubicBezTo>
                  <a:pt x="117972" y="25363"/>
                  <a:pt x="116847" y="25000"/>
                  <a:pt x="115422" y="25000"/>
                </a:cubicBezTo>
                <a:cubicBezTo>
                  <a:pt x="113415" y="25000"/>
                  <a:pt x="111872" y="25876"/>
                  <a:pt x="110793" y="27628"/>
                </a:cubicBezTo>
                <a:cubicBezTo>
                  <a:pt x="109714" y="29379"/>
                  <a:pt x="109175" y="31989"/>
                  <a:pt x="109175" y="35455"/>
                </a:cubicBezTo>
                <a:cubicBezTo>
                  <a:pt x="109175" y="38609"/>
                  <a:pt x="109706" y="40989"/>
                  <a:pt x="110769" y="42593"/>
                </a:cubicBezTo>
                <a:cubicBezTo>
                  <a:pt x="111832" y="44198"/>
                  <a:pt x="113355" y="45000"/>
                  <a:pt x="115338" y="45000"/>
                </a:cubicBezTo>
                <a:cubicBezTo>
                  <a:pt x="117106" y="45000"/>
                  <a:pt x="118492" y="44411"/>
                  <a:pt x="119495" y="43234"/>
                </a:cubicBezTo>
                <a:cubicBezTo>
                  <a:pt x="120498" y="42057"/>
                  <a:pt x="121000" y="40434"/>
                  <a:pt x="121000" y="38366"/>
                </a:cubicBezTo>
                <a:close/>
                <a:moveTo>
                  <a:pt x="117632" y="38476"/>
                </a:moveTo>
                <a:cubicBezTo>
                  <a:pt x="117632" y="39570"/>
                  <a:pt x="117421" y="40428"/>
                  <a:pt x="116999" y="41048"/>
                </a:cubicBezTo>
                <a:cubicBezTo>
                  <a:pt x="116576" y="41669"/>
                  <a:pt x="115987" y="41979"/>
                  <a:pt x="115231" y="41979"/>
                </a:cubicBezTo>
                <a:cubicBezTo>
                  <a:pt x="114474" y="41979"/>
                  <a:pt x="113863" y="41609"/>
                  <a:pt x="113397" y="40869"/>
                </a:cubicBezTo>
                <a:cubicBezTo>
                  <a:pt x="112931" y="40129"/>
                  <a:pt x="112698" y="39193"/>
                  <a:pt x="112698" y="38062"/>
                </a:cubicBezTo>
                <a:cubicBezTo>
                  <a:pt x="112698" y="37161"/>
                  <a:pt x="112921" y="36437"/>
                  <a:pt x="113367" y="35890"/>
                </a:cubicBezTo>
                <a:cubicBezTo>
                  <a:pt x="113813" y="35343"/>
                  <a:pt x="114407" y="35069"/>
                  <a:pt x="115147" y="35069"/>
                </a:cubicBezTo>
                <a:cubicBezTo>
                  <a:pt x="115920" y="35069"/>
                  <a:pt x="116527" y="35361"/>
                  <a:pt x="116969" y="35945"/>
                </a:cubicBezTo>
                <a:cubicBezTo>
                  <a:pt x="117411" y="36529"/>
                  <a:pt x="117632" y="37372"/>
                  <a:pt x="117632" y="38476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48577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9525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4800">
                <a:solidFill>
                  <a:srgbClr val="FFFFFF"/>
                </a:solidFill>
                <a:latin typeface="Arial"/>
              </a:defRPr>
            </a:pPr>
            <a:r>
              <a:t>САНЫЧ-6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238375"/>
            <a:ext cx="495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7" name="Goal"/>
          <p:cNvSpPr txBox="1"/>
          <p:nvPr/>
        </p:nvSpPr>
        <p:spPr>
          <a:xfrm>
            <a:off x="723900" y="3476625"/>
            <a:ext cx="48577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к расчётам и рабочим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материалам на месте работы.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концепция оформления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